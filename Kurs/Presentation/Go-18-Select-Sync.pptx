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и синхронизация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каналов одновременно, таймауты и ожидание группы горутин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select и его поведение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Таймауты, неблокирующие операции, сигнал завершения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sync.WaitGroup: правила и типичные ошибки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симуляция чата на горутинах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18 — select и синхронизация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Финальное занятие по конкурентности: собираем всё в рабочую систему.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18 — select и синхронизация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Ждём несколько каналов сразу и реагируем на первый готовый.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4832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28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3200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Таймауты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4288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time.After, default и защита от вечного ожидания.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2232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WaitGroup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3320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Done, Wait и четыре ошибки, на которых спотыкаются все.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2895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2351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212351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51263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Чат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2351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Комната, участники, рассылка сообщений и корректный выход.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прошлое занятие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454456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Каналы, блокировка при отправке и приёме, буферизация, close и приём с ok, range по каналу, направленные каналы, deadlock и nil-канал.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 занятия: select — это switch для каналов. Он ждёт, пока хоть один из них будет готов.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СИНТАКСИС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Оператор select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18 — select и синхронизация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ЖДЁМ ДВА КАНАЛА СРАЗУ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ch1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"из первого:"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ch2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"из второго:"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выполнится та ветка, что готова первой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6936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Похож на switch, но по каналам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23176" y="2103120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case — операция с каналом, а не сравнение.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03720" y="2569464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2784348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Блокируется до первой готовой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23176" y="3118104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не готов никто, select ждёт.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3584448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3799332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Работает и на отправку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4133088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ch &lt;- v: тоже допустимая ветка.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Важная деталь про выбор ветки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готовы сразу несколько каналов, Go выбирает ветку случайно, а не сверху вниз. Это защита от голодания: иначе первый case перетягивал бы на себя всю нагрузку и остальные каналы никогда бы не обслуживались.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ТИПОВАЯ КОНСТРУКЦИЯ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внутри бесконечного цикла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18 — select и синхронизация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217920" cy="3017520"/>
          </a:xfrm>
          <a:prstGeom prst="roundRect">
            <a:avLst>
              <a:gd name="adj" fmla="val 1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815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СОБЫТИЙ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8155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"сообщение:"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"завершаемся"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78040" y="1508760"/>
            <a:ext cx="432785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749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39749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36408" y="172364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Обрабатывает события по мере поступления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97496" y="2075688"/>
            <a:ext cx="38889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Классический event loop на горутине.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2596896"/>
            <a:ext cx="432785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81635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97496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6408" y="2811780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Отдельный канал для остановки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97496" y="3163824"/>
            <a:ext cx="38889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сигнализирует о завершении работы.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685032"/>
            <a:ext cx="432785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390448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397496" y="3904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36408" y="3899916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return, а не break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97496" y="4251960"/>
            <a:ext cx="38889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выйдет только из select, но не из цикла.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709160"/>
            <a:ext cx="10820095" cy="1005840"/>
          </a:xfrm>
          <a:prstGeom prst="roundRect">
            <a:avLst>
              <a:gd name="adj" fmla="val 545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8371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Ловушка с break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93208"/>
            <a:ext cx="10308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break внутри select завершает только select — цикл продолжится, и вы получите бесконечное вращение. Выходят через return или через именованную метку цикла.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Таймаут через time.After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18 — select и синхронизация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6035040" cy="2377440"/>
          </a:xfrm>
          <a:prstGeom prst="roundRect">
            <a:avLst>
              <a:gd name="adj" fmla="val 230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ЖДЁМ ДОЛЬШЕ ДВУХ СЕКУНД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632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slowOperation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"успели:"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"превышено время ожидания"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95160" y="1554480"/>
            <a:ext cx="451073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1461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21461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53528" y="176936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time.After возвращает канал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14616" y="2103120"/>
            <a:ext cx="40718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него придёт значение спустя указанное время.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2514600"/>
            <a:ext cx="451073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14616" y="27340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214616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53528" y="272948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Первым сработает тот, кто быстрее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214616" y="3063240"/>
            <a:ext cx="40718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Либо результат, либо таймер.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3474720"/>
            <a:ext cx="451073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4616" y="369417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214616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53528" y="368960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Обязателен для внешних вызовов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14616" y="4023360"/>
            <a:ext cx="40718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Сеть, база, сторонний API — всё может зависнуть.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114800"/>
            <a:ext cx="10820095" cy="1600200"/>
          </a:xfrm>
          <a:prstGeom prst="roundRect">
            <a:avLst>
              <a:gd name="adj" fmla="val 342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2428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Тонкость, о которой мало кто знает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498848"/>
            <a:ext cx="10308031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Таймер из time.After нельзя остановить, и он живёт до срабатывания. Один вызов в редком месте — не проблема. Но если поставить time.After внутрь цикла, обрабатывающего тысячи сообщений в секунду, вы накопите тысячи живых таймеров и утечку памяти.</a:t>
            </a:r>
            <a:endParaRPr lang="en-US" sz="1350" dirty="0"/>
          </a:p>
          <a:p>
            <a:pPr indent="0" marL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горячих циклах используют time.NewTimer с методом Stop и defer, либо контекст с дедлайном.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НЕБЛОКИРУЮЩИЕ ОПЕРАЦИИ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Ветка default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18 — select и синхронизация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И СРАЗУ ИДТИ ДАЛЬШЕ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"получили:"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"пока пусто, не ждём"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ОТПРАВКА БЕЗ РИСКА ЗАВИСНУТЬ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отправили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буфер полон, значение отбросили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931920"/>
            <a:ext cx="10820095" cy="1783080"/>
          </a:xfrm>
          <a:prstGeom prst="roundRect">
            <a:avLst>
              <a:gd name="adj" fmla="val 307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0599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это реально применяют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315968"/>
            <a:ext cx="10308031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Сброс метрик и логов: если буфер переполнен, лучше отбросить одну запись, чем затормозить обработку запроса. Так устроены неблокирующие логгеры в высоконагруженных сервисах.</a:t>
            </a:r>
            <a:endParaRPr lang="en-US" sz="1400" dirty="0"/>
          </a:p>
          <a:p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Противоположный антипаттерн — select с default внутри цикла без пауз. Такой код не блокируется, но крутится на полной скорости и сжигает ядро процессора впустую. Если ждёте данные — ждите по-настоящему, без default.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sync.WaitGroup: счётчик задач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18 — select и синхронизация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МЕТОДА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WaitGroup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pPr indent="0" marL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+1 к счётчику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-1 при выходе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indent="0" marL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ждём, пока счётчик обнулится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6936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увеличивает счётчик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23176" y="2103120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Обычно на единицу перед каждым запуском.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2569464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2784348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уменьшает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23176" y="3118104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 через defer — сработает и при панике.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3584448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3799332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 блокирует до нуля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23176" y="4133088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только все отчитались, выполнение продолжается.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что выбирать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WaitGroup отвечает на вопрос «все ли закончили?». Канал отвечает на вопрос «какие данные получились?». Если результаты не нужны, а нужен только факт завершения — WaitGroup проще и понятнее.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КОРНЕР-КЕЙСЫ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ошибки с WaitGroup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18 — select и синхронизация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72888" cy="1417320"/>
          </a:xfrm>
          <a:prstGeom prst="roundRect">
            <a:avLst>
              <a:gd name="adj" fmla="val 3871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wg.Add(1) внутри горутины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3544" y="2066544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плохо: Wait может выполниться раньше, чем горутина стартует, и пройти мимо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23544" y="2542032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надо: Add всегда перед go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1554480"/>
            <a:ext cx="5272888" cy="1417320"/>
          </a:xfrm>
          <a:prstGeom prst="roundRect">
            <a:avLst>
              <a:gd name="adj" fmla="val 3871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0752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worker(wg sync.WaitGroup)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70752" y="2066544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плохо: Передана копия: Done уменьшает чужой счётчик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70752" y="2542032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надо: Только указатель: *sync.WaitGroup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182112"/>
            <a:ext cx="5272888" cy="1417320"/>
          </a:xfrm>
          <a:prstGeom prst="roundRect">
            <a:avLst>
              <a:gd name="adj" fmla="val 3871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364992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 без defer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23544" y="3694176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плохо: Ранний return или паника — счётчик не обнулится, Wait зависнет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23544" y="416966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надо: defer wg.Done() первой строкой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33008" y="3182112"/>
            <a:ext cx="5272888" cy="1417320"/>
          </a:xfrm>
          <a:prstGeom prst="roundRect">
            <a:avLst>
              <a:gd name="adj" fmla="val 3871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0752" y="3364992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Add(-1) вместо Done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70752" y="3694176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плохо: Отрицательный счётчик вызывает панику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70752" y="416966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надо: Использовать Done, он для этого и есть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4937760"/>
            <a:ext cx="10820095" cy="822960"/>
          </a:xfrm>
          <a:prstGeom prst="roundRect">
            <a:avLst>
              <a:gd name="adj" fmla="val 666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50657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Общее правило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5321808"/>
            <a:ext cx="103080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sync.WaitGroup, sync.Mutex и все типы из пакета sync нельзя копировать после первого использования. Передавайте их только указателем — go vet умеет ловить такие ошибки.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ИНСТРУМЕНТ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sync.Mutex: защита общих данных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18 — select и синхронизация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035040" cy="2926080"/>
          </a:xfrm>
          <a:prstGeom prst="roundRect">
            <a:avLst>
              <a:gd name="adj" fmla="val 187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БЕЗОПАСНЫЙ СЧЁТЧИК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6327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Mutex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Unlock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95160" y="1508760"/>
            <a:ext cx="451073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1461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21461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53528" y="172364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Мьютекс кладут рядом с данными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14616" y="2057400"/>
            <a:ext cx="40718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структуры прямо над тем, что защищает.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2523744"/>
            <a:ext cx="451073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14616" y="274320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214616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53528" y="2738628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defer Unlock сразу после Lock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214616" y="3072384"/>
            <a:ext cx="40718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ранний return оставит замок закрытым.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3538728"/>
            <a:ext cx="451073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4616" y="375818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214616" y="3758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53528" y="3753612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RWMutex для частого чтения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14616" y="4087368"/>
            <a:ext cx="40718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читателей одновременно, писатель один.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617720"/>
            <a:ext cx="10820095" cy="1097280"/>
          </a:xfrm>
          <a:prstGeom prst="roundRect">
            <a:avLst>
              <a:gd name="adj" fmla="val 5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Мьютекс или канал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01768"/>
            <a:ext cx="103080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— когда данные передаются от одной горутины другой. Мьютекс — когда несколько горутин работают с общим состоянием: кеш, счётчик, карта соединений. Не пытайтесь строить кеш на каналах: получится медленно и запутанно.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РЕАЛЬНАЯ ЗАДАЧА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Корректная остановка горутин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18 — select и синхронизация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217920" cy="3017520"/>
          </a:xfrm>
          <a:prstGeom prst="roundRect">
            <a:avLst>
              <a:gd name="adj" fmla="val 1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815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 ЧЕРЕЗ ЗАКРЫТИЕ КАНАЛА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8155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все увидят закрытие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одна операция останавливает всех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78040" y="1508760"/>
            <a:ext cx="432785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749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39749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36408" y="172364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 struct{} не занимает памяти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97496" y="2075688"/>
            <a:ext cx="38889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Пустая структура — идеальный тип для сигнала.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2596896"/>
            <a:ext cx="432785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81635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97496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6408" y="2811780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Закрытие видят все получатели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97496" y="3163824"/>
            <a:ext cx="38889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отличие от отправки значения, которое достанется одному.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685032"/>
            <a:ext cx="432785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390448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397496" y="3904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36408" y="3899916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Дальше по курсу — context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97496" y="4251960"/>
            <a:ext cx="38889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Стандартный способ передавать отмену через всё приложение.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709160"/>
            <a:ext cx="10820095" cy="1005840"/>
          </a:xfrm>
          <a:prstGeom prst="roundRect">
            <a:avLst>
              <a:gd name="adj" fmla="val 545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8371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именно close, а не отправка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93208"/>
            <a:ext cx="10308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Отправленное в канал значение заберёт ровно одна горутина. А закрытие канала мгновенно разблокирует всех, кто из него читает. Это самый дешёвый способ разослать сигнал широковещательно.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Задача: симуляция чата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Собираем всё: горутины, каналы, select, WaitGroup и корректное завершение.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18 — select и синхронизация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03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СДЕЛАТЬ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участника отправляют сообщения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Комната принимает их в один канал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Комната печатает всё в порядке поступления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три секунды чат закрывается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горутины завершаются без утечек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messages chan Message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31736" y="2414016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канал комнаты.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724912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294436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03173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0648" y="2939796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Горутина на участника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31736" y="3218688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 в канал с паузами.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3529584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37490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374446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в комнате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31736" y="4023360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messages, done и таймер.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4334256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31736" y="455371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7" name="Text 25"/>
          <p:cNvSpPr/>
          <p:nvPr/>
        </p:nvSpPr>
        <p:spPr>
          <a:xfrm>
            <a:off x="7031736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0648" y="4549140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close(done)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31736" y="4828032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Останавливает всех участников.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230368"/>
            <a:ext cx="10820095" cy="777240"/>
          </a:xfrm>
          <a:prstGeom prst="roundRect">
            <a:avLst>
              <a:gd name="adj" fmla="val 705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3583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Обратите внимание на детали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1832" y="5614416"/>
            <a:ext cx="103080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Участники должны проверять done не только при отправке, иначе один из них зависнет на закрытом чате.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РАЗБОР, ЧАСТЬ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Участники чата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18 — select и синхронизация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217920" cy="4206240"/>
          </a:xfrm>
          <a:prstGeom prst="roundRect">
            <a:avLst>
              <a:gd name="adj" fmla="val 130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815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ГОРУТИНА УЧАСТНИКА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8155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WaitGroup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Sprintf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"сообщение %d"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700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Millisecond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ts val="1349"/>
              </a:lnSpc>
              <a:buNone/>
            </a:pPr>
            <a:r>
              <a:rPr lang="en-US" sz="9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чат закрылся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178040" y="1508760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749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39749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36408" y="172364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Отправка тоже внутри select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97496" y="2075688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горутина зависнет на out &lt;- msg, если чат уже закрыт.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2569464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9749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6408" y="2784348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Направленные каналы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97496" y="3136392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только пишет, done только читает — компилятор проследит.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630168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384962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397496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36408" y="3845052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Бесконечный цикл с выходом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97496" y="4197096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способ завершиться — сигнал done.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78040" y="4617720"/>
            <a:ext cx="4327855" cy="1097280"/>
          </a:xfrm>
          <a:prstGeom prst="roundRect">
            <a:avLst>
              <a:gd name="adj" fmla="val 5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3407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34072" y="5001768"/>
            <a:ext cx="38157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Горутина обязана уметь выйти из любого состояния — в том числе из ожидания отправки.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РАЗБОР, ЧАСТЬ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Комната и завершение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18 — select и синхронизация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6217920" cy="4389120"/>
          </a:xfrm>
          <a:prstGeom prst="roundRect">
            <a:avLst>
              <a:gd name="adj" fmla="val 125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5815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MAIN: КОМНАТА ЧАТА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792224"/>
            <a:ext cx="581558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WaitGroup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"Иван"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"Пётр"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"[%s] %s\n"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ts val="1349"/>
              </a:lnSpc>
              <a:buNone/>
            </a:pPr>
            <a:r>
              <a:rPr lang="en-US" sz="9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просим всех завершиться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ts val="1349"/>
              </a:lnSpc>
              <a:buNone/>
            </a:pPr>
            <a:r>
              <a:rPr lang="en-US" sz="9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дожидаемся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"чат закрыт"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178040" y="1508760"/>
            <a:ext cx="432785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749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39749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36408" y="172364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close(done), затем wg.Wait()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97496" y="2093976"/>
            <a:ext cx="38889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сигнал, потом ожидание. Наоборот — вечная блокировка.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2752344"/>
            <a:ext cx="432785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97180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97496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6408" y="2967228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timeout создан один раз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97496" y="3337560"/>
            <a:ext cx="38889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 цикла: иначе таймер сбрасывался бы на каждой итерации.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995928"/>
            <a:ext cx="432785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421538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397496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36408" y="4210812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Канал без буфера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97496" y="4581144"/>
            <a:ext cx="38889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ждёт, пока комната прочитает — естественное регулирование темпа.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ТРЁХ ЗАНЯТИЙ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безопасной конкурентности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18 — select и синхронизация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3423818" cy="1737360"/>
          </a:xfrm>
          <a:prstGeom prst="roundRect">
            <a:avLst>
              <a:gd name="adj" fmla="val 315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" y="1819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44168" y="1815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Знай, как горутина завершится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05256" y="2203704"/>
            <a:ext cx="298490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Запуская go, сразу отвечай: при каком условии она выйдет.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3938" y="1600200"/>
            <a:ext cx="3423818" cy="1737360"/>
          </a:xfrm>
          <a:prstGeom prst="roundRect">
            <a:avLst>
              <a:gd name="adj" fmla="val 315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3394" y="1819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3" name="Text 11"/>
          <p:cNvSpPr/>
          <p:nvPr/>
        </p:nvSpPr>
        <p:spPr>
          <a:xfrm>
            <a:off x="4603394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42306" y="1815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оставляй общих данных без защиты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03394" y="2203704"/>
            <a:ext cx="298490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Либо канал и один владелец, либо мьютекс.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82077" y="1600200"/>
            <a:ext cx="3423818" cy="1737360"/>
          </a:xfrm>
          <a:prstGeom prst="roundRect">
            <a:avLst>
              <a:gd name="adj" fmla="val 315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1533" y="1819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8" name="Text 16"/>
          <p:cNvSpPr/>
          <p:nvPr/>
        </p:nvSpPr>
        <p:spPr>
          <a:xfrm>
            <a:off x="8301533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40445" y="1815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Ставь таймауты на всё внешнее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01533" y="2203704"/>
            <a:ext cx="298490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и база зависают, а вечное ожидание — это отказ сервиса.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3611880"/>
            <a:ext cx="3423818" cy="1737360"/>
          </a:xfrm>
          <a:prstGeom prst="roundRect">
            <a:avLst>
              <a:gd name="adj" fmla="val 315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" y="38313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3" name="Text 21"/>
          <p:cNvSpPr/>
          <p:nvPr/>
        </p:nvSpPr>
        <p:spPr>
          <a:xfrm>
            <a:off x="905256" y="3831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44168" y="382676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Гоняй тесты с флагом -race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5256" y="4215384"/>
            <a:ext cx="298490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Дешёвая привычка, которая экономит недели отладки.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3938" y="3611880"/>
            <a:ext cx="3423818" cy="1737360"/>
          </a:xfrm>
          <a:prstGeom prst="roundRect">
            <a:avLst>
              <a:gd name="adj" fmla="val 315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03394" y="38313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8" name="Text 26"/>
          <p:cNvSpPr/>
          <p:nvPr/>
        </p:nvSpPr>
        <p:spPr>
          <a:xfrm>
            <a:off x="4603394" y="3831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42306" y="382676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усложняй раньше времени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03394" y="4215384"/>
            <a:ext cx="298490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задача решается циклом, горутины не нужны.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82077" y="3611880"/>
            <a:ext cx="3423818" cy="1737360"/>
          </a:xfrm>
          <a:prstGeom prst="roundRect">
            <a:avLst>
              <a:gd name="adj" fmla="val 315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01533" y="38313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33" name="Text 31"/>
          <p:cNvSpPr/>
          <p:nvPr/>
        </p:nvSpPr>
        <p:spPr>
          <a:xfrm>
            <a:off x="8301533" y="3831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740445" y="382676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Каналы для передачи, мьютексы для состояния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01533" y="4215384"/>
            <a:ext cx="298490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Смешивать подходы в одном месте — прямой путь к путанице.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5303520"/>
            <a:ext cx="10820095" cy="457200"/>
          </a:xfrm>
          <a:prstGeom prst="roundRect">
            <a:avLst>
              <a:gd name="adj" fmla="val 12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1832" y="5431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41832" y="5687568"/>
            <a:ext cx="10308031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Конкурентность в Go выглядит просто, и именно поэтому ошибки в ней стоят дорого. Дисциплина важнее знания синтаксиса.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ЗАКРЕПЛЕНИЕ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 и домашнее задание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18 — select и синхронизация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76072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373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ЗАНЯТИИ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" y="205740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Запустить чат и добавить четвёртого участника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Убрать select при отправке и найти зависание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Поменять местами close(done) и wg.Wait()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приватные сообщения через второй канал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720840" y="1554480"/>
            <a:ext cx="4785055" cy="2880360"/>
          </a:xfrm>
          <a:prstGeom prst="roundRect">
            <a:avLst>
              <a:gd name="adj" fmla="val 190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76872" y="17373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995160" y="2057400"/>
            <a:ext cx="42364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Загрузчик страниц с таймаутом на каждый адрес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 из N воркеров с ограничением по времени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Потокобезопасный кеш на map и RWMutex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статистики из горутин без единой гонки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663440"/>
            <a:ext cx="10820095" cy="1005840"/>
          </a:xfrm>
          <a:prstGeom prst="roundRect">
            <a:avLst>
              <a:gd name="adj" fmla="val 545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7914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дальше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5047488"/>
            <a:ext cx="10308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курс по конкурентности пройден. Следующие темы этого направления: пакет context для отмены и дедлайнов, sync.Once и atomic, паттерны fan-in и fan-out, тестирование конкурентного кода.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18</dc:title>
  <dc:subject>PptxGenJS Presentation</dc:subject>
  <dc:creator>Курс Go с нуля</dc:creator>
  <cp:lastModifiedBy>Курс Go с нуля</cp:lastModifiedBy>
  <cp:revision>1</cp:revision>
  <dcterms:created xsi:type="dcterms:W3CDTF">2026-08-23T09:25:05Z</dcterms:created>
  <dcterms:modified xsi:type="dcterms:W3CDTF">2026-08-23T09:25:05Z</dcterms:modified>
</cp:coreProperties>
</file>