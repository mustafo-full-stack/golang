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05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HTTP-сервер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собственный веб-сервис на стандартной библиотеке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за пять строк и как он устроен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Обработчики, маршруты и параметры запроса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 в формате JSON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первый REST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 мы ходили в чужие API. Сегодня делаем своё.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ListenAndServe, обработчик, ResponseWriter и Request.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Пути, методы в шаблонах, параметры из URL и тела.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Ответы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коды состояния и порядок вызовов, который важен.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Продакшен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 сервера, middleware, корректная остановка.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HTTP-обмена, http.Get и defer Body.Close, проверка StatusCode, NewRequest с заголовками, свой клиент с таймаутом.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в Go веб-сервер не требует фреймворка. Всё нужное есть в net/http.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ЗАПУСК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 за пять строк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12648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72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MAIN.GO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724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"net/http"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"/hello"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http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ResponseWriter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"Привет!"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ListenAndServe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":8080"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86600" y="1508760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0605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0605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44968" y="1723644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HandleFunc связывает путь и код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06056" y="2075688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на /hello попадёт в эту функцию.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569464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605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4968" y="2784348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ListenAndServe блокирует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06056" y="3136392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остаётся работать и слушает порт.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630168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0605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44968" y="3845052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 в браузере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6056" y="4197096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localhost:8080/hello или командой curl.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зависимостей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подключили ни одной сторонней библиотеки — это полноценный веб-сервер из стандартной поставки Go. Именно поэтому Go так любят для микросервисов: результат сборки это один бинарник без окружения.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Обработчик: два аргумента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handler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http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ResponseWriter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88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куда писать ответ клиенту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924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всё, что прислал клиент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995928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959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r.Method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GET, POST и другие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599432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994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r.Body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тело запроса, это поток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1554480"/>
            <a:ext cx="4693615" cy="246888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МОЖНО УЗНАТЬ О ЗАПРОСЕ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13448" y="1883664"/>
            <a:ext cx="429127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             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"GET"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           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"/users/42"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"page"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?page=2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PathValue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из шаблона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4206240"/>
            <a:ext cx="4693615" cy="1508760"/>
          </a:xfrm>
          <a:prstGeom prst="roundRect">
            <a:avLst>
              <a:gd name="adj" fmla="val 363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43342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про ResponseWriter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68312" y="4590288"/>
            <a:ext cx="4181551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структура, а интерфейс. Вы не читаете из него — только пишете: заголовки, код состояния и тело ответа.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Пути и методы в шаблонах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30936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СИНТАКСИС, GO 1.22+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9070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NewServeMux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HandleFunc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 /users"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HandleFunc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 /users"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createUser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HandleFunc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 /users/{id}"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getUser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HandleFunc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"DELETE /users/{id}"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deleteUser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ListenAndServe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":8080"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1508760"/>
            <a:ext cx="423641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893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48893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7848" y="172364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прямо в шаблоне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88936" y="2075688"/>
            <a:ext cx="3797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приходилось писать switch по r.Method внутри.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569464"/>
            <a:ext cx="423641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7848" y="2784348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 пути в фигурных скобках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88936" y="3136392"/>
            <a:ext cx="3797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Достаём через r.PathValue("id").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630168"/>
            <a:ext cx="423641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27848" y="3845052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mux вместо глобального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88936" y="4197096"/>
            <a:ext cx="3797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Явная зависимость, легче тестировать.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 знать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версии 1.22 стандартный маршрутизатор не умел ни методов, ни параметров пути — поэтому все тянули сторонние роутеры вроде chi или gorilla/mux. Сейчас для большинства сервисов хватает стандартного, и в новых проектах начинают именно с него.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ОТ КЛИЕНТА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источника входных данных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309360" cy="3108960"/>
          </a:xfrm>
          <a:prstGeom prst="roundRect">
            <a:avLst>
              <a:gd name="adj" fmla="val 176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ПУТЬ, СТРОКА ЗАПРОСА, ТЕЛО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9070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Параметр пути: /users/42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PathValue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Строка запроса: /users?page=2&amp;sort=name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"page"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Тело запроса (POST, PUT, PATCH)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User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NewDecoder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"некорректный JSON"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StatusBadRequest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69480" y="1508760"/>
            <a:ext cx="4236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8936" y="172821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48893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7848" y="172364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приходит строками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88936" y="2093976"/>
            <a:ext cx="37975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и page нужно преобразовать через strconv и проверить.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752344"/>
            <a:ext cx="4236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971800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7848" y="2967228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Никогда не доверяйте вводу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88936" y="3337560"/>
            <a:ext cx="37975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может прислать что угодно: буквы вместо числа, пустоту, гигабайт данных.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995928"/>
            <a:ext cx="4236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4215384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27848" y="4210812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http.Error — короткий путь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88936" y="4581144"/>
            <a:ext cx="37975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Отправляет текст и код одной строкой.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80060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928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огромного тела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18464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r.Body = http.MaxBytesReader(w, r.Body, 1&lt;&lt;20) ограничит тело мегабайтом. Без этого один клиент может отправить гигабайтный запрос и исчерпать память сервера.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вызовов при ответе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NewEncoder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WriteHeader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StatusCreated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superfluous WriteHeader call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клиент получил 200 вместо 201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ПОРЯДОК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WriteHeader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StatusCreated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NewEncoder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трёх шагов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заголовки, потом код состояния, потом тело. Как только вы записали хотя бы байт тела, Go автоматически отправляет статус 200 — и все последующие попытки задать заголовки или другой код игнорируются с предупреждением в логе.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ошибка встречается постоянно: сервис вроде бы работает, но всегда отвечает 200, даже когда должен вернуть 404 или 500. Запомните порядок один раз — Header, WriteHeader, Encode.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СТИЛЬ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выглядит опрятный обработчик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309360" cy="3566160"/>
          </a:xfrm>
          <a:prstGeom prst="roundRect">
            <a:avLst>
              <a:gd name="adj" fmla="val 153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ПОЛЬЗОВАТЕЛЯ ПО 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9070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getUser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ResponseWriter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strconv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Atoi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PathValue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 должен быть числом"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StatusBadRequest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ErrNotFound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"пользователь не найден"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StatusNotFound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"получение пользователя %d: %v"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"внутренняя ошибка"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StatusInternalServerError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writeJSON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StatusOK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69480" y="1463040"/>
            <a:ext cx="4236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8936" y="1682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48893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7848" y="167792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Проверки в начале, ранний выход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88936" y="2048256"/>
            <a:ext cx="37975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http.Error обязателен return.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706624"/>
            <a:ext cx="4236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92608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7848" y="2921508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Разные ошибки — разные коды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88936" y="3291840"/>
            <a:ext cx="37975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найдено это 404, а сбой базы это 500.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950208"/>
            <a:ext cx="4236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416966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27848" y="4165092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Детали ошибки только в лог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88936" y="4535424"/>
            <a:ext cx="37975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нельзя показывать текст ошибки БД.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166360"/>
            <a:ext cx="10820095" cy="640080"/>
          </a:xfrm>
          <a:prstGeom prst="roundRect">
            <a:avLst>
              <a:gd name="adj" fmla="val 8571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5294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550408"/>
            <a:ext cx="1030803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ошибки базы данных в ответе — это подсказка злоумышленнику о структуре вашей системы. Логируйте подробности, отдавайте общее сообщение.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ПЕРЕИСПОЛЬЗОВАНИЕ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Middleware: обёртка над обработчиком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30936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ВСЕХ ЗАПРОСОВ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9070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logging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HandlerFunc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ResponseWriter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start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 %s — %v"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ListenAndServe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":8080"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logging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1508760"/>
            <a:ext cx="423641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893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48893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7848" y="172364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Принимает и возвращает Handler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88936" y="2075688"/>
            <a:ext cx="3797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обёртки можно вкладывать друг в друга.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569464"/>
            <a:ext cx="423641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7848" y="2784348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 до и после next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88936" y="3136392"/>
            <a:ext cx="3797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— подготовка, после — замеры и логи.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630168"/>
            <a:ext cx="423641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27848" y="3845052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Типовые задачи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88936" y="4197096"/>
            <a:ext cx="3797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Логи, авторизация, CORS, восстановление после паники.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 middleware для продакшена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Recover: паника в одном обработчике по умолчанию не роняет весь сервер, но обрывает соединение без ответа. Обёртка с defer recover() превращает панику в честный ответ 500 и запись в лог.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сервера тоже нет таймаутов по умолчанию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ВАРИАНТ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ListenAndServe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":8080"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медленный клиент может держать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соединение открытым бесконечно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БОЕВОЙ ВАРИАНТ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":8080"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mux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ReadTimeout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WriteTimeout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IdleTimeout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ListenAndServe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Существует простая атака: открыть тысячу соединений и отправлять по одному байту в минуту. Без ReadTimeout сервер будет терпеливо ждать каждое из них, пока не кончатся ресурсы.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ReadTimeout — сколько ждём получения запроса целиком. WriteTimeout — сколько даётся на отправку ответа. IdleTimeout — сколько держим открытым простаивающее соединение. Три строки, которые отделяют учебный пример от рабочего сервиса.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REST API для задач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сервис с четырьмя маршрутами и хранением данных в памяти.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/tasks — список всех задач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/tasks — создать задачу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/tasks/{id} — одна задача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/tasks/{id} — удалить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в памяти, защищённое мьютексом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Task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JSON-тегами.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Хранилище на map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sync.Mutex рядом.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writeJSON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не дублировать три строки.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Правильные коды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при создании, 404 если нет.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мьютекс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запрос обрабатывается в своей горутине — значит, общая map доступна конкурентно. Помните шестнадцатое занятие?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ЧАСТЬ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Хранилище и вспомогательные функции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126480" cy="4023360"/>
          </a:xfrm>
          <a:prstGeom prst="roundRect">
            <a:avLst>
              <a:gd name="adj" fmla="val 136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72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STORE.GO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72414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Task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`json:"id"`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`json:"title"`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Done 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`json:"done"`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Store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     sync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Mutex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nextID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NewStore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nextID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Task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Task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nextID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nextID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writeJSON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http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ResponseWriter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code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WriteHeader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NewEncoder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86600" y="1463040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06056" y="1682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0605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44968" y="1677924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Мьютекс рядом с данными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06056" y="2029968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структуры прямо над map.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523744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6056" y="274320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4968" y="2738628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Конструктор обязателен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06056" y="3090672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make(map) запись вызовет панику.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584448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0605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44968" y="3799332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nextID под тем же замком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6056" y="4151376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два запроса получат один id.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4645152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6056" y="486460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306056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44968" y="4860036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writeJSON в одном месте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06056" y="5212080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порядок трёх вызовов не забудется.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ЧАСТЬ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Обработчики и запуск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349240" cy="3611880"/>
          </a:xfrm>
          <a:prstGeom prst="roundRect">
            <a:avLst>
              <a:gd name="adj" fmla="val 151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4946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MAIN.GO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49469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store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NewStore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mux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NewServeMux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mux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HandleFunc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 /tasks"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mux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HandleFunc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 /tasks"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mux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HandleFunc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 /tasks/{id}"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srv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":8080"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logging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ReadTimeout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WriteTimeout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ListenAndServe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96535" cy="3611880"/>
          </a:xfrm>
          <a:prstGeom prst="roundRect">
            <a:avLst>
              <a:gd name="adj" fmla="val 151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4794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 СОЗДАНИЯ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1792224"/>
            <a:ext cx="4794199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ResponseWriter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Task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NewDecoder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"плохой JSON"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StatusBadRequest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"нужен title"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StatusBadRequest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writeJSON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StatusCreated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5257800"/>
            <a:ext cx="5852160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5385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api вместо глобальных переменных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641848"/>
            <a:ext cx="5340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Обработчики становятся методами и получают доступ к хранилищу через поле.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5257800"/>
            <a:ext cx="4693615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3448" y="5404104"/>
            <a:ext cx="429127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POST localhost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'{"title":"выучить Go"}'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при написании сервера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21 — HTTP-сервер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superfluous WriteHeader call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Код состояния задан после записи тела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Header → WriteHeader → Encode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Всегда приходит 200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Та же причина: тело ушло раньше кода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Проверить порядок вызовов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продолжается после ошибки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После http.Error забыли return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return сразу после каждой ошибки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 map writes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Общая map без мьютекса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sync.Mutex вокруг доступа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для проверки API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есть в любой системе и подходит для быстрых проверок. Для регулярной работы удобны Postman или файлы .http прямо в редакторе — их можно хранить в репозитории рядом с кодом.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2383</Words>
  <Application>Microsoft Macintosh PowerPoint</Application>
  <PresentationFormat>Широкоэкранный</PresentationFormat>
  <Paragraphs>380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21</dc:title>
  <dc:subject>PptxGenJS Presentation</dc:subject>
  <dc:creator>Курс Go с нуля</dc:creator>
  <cp:lastModifiedBy>Rabboni Bafoev</cp:lastModifiedBy>
  <cp:revision>2</cp:revision>
  <dcterms:created xsi:type="dcterms:W3CDTF">2026-08-23T09:44:21Z</dcterms:created>
  <dcterms:modified xsi:type="dcterms:W3CDTF">2026-10-09T16:01:42Z</dcterms:modified>
</cp:coreProperties>
</file>