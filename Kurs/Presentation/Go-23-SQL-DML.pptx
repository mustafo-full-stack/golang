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001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Изменение данных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 SQL-команд, Exec и грамотная обработка ошибок базы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DML, DCL, TCL — четыре группы команд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или Exec: когда что вызывать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RowsAffected и LastInsertId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добавление и обновление записей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23 — Изменение данных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Вчера только читали. Сегодня учимся менять данные и не ломать их.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23 — Изменение данных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группы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DML, DCL, TCL — зачем их различают.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Выполнение команд, которые ничего не возвращают.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Ошибки базы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Нарушение уникальности, внешние ключи, коды PostgreSQL.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Подготовленные выражения и когда они дают выигрыш.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 и SELECT, установка PostgreSQL, database/sql и драйвер, sql.Open плюс обязательный Ping, пул соединений, Query и Scan, плейсхолдеры.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команда, меняющая данные, должна сообщать, сколько строк она затронула.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группы SQL-команд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23 — Изменение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10817352" cy="2834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Группа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Расшифровка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 что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ALTER, DROP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структура: таблицы и индексы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Manipulation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INSERT, UPDATE, 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сами данные внутри таблиц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GRANT, REVOKE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права доступа пользователей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BEGIN, COMMIT, ROLLBACK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границы транзакции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206240"/>
            <a:ext cx="10820095" cy="1508760"/>
          </a:xfrm>
          <a:prstGeom prst="roundRect">
            <a:avLst>
              <a:gd name="adj" fmla="val 363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43342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различать на практике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41832" y="4590288"/>
            <a:ext cx="10308031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применяют редко и осознанно: обычно через отдельные файлы миграций, а не из кода приложения. DML — то, что ваш сервис выполняет постоянно. DCL настраивает администратор базы один раз. TCL мы разберём на следующем занятии.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Важная тонкость: в PostgreSQL команды DDL можно откатить внутри транзакции, а в MySQL — нельзя, там они завершают транзакцию автоматически. Это одно из главных отличий двух баз.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Меняем структуру таблицы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23 — Изменение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12648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72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КОМАНДЫ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7241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users ADD COLUMN phone TEXT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users DROP COLUMN phone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users RENAME COLUMN name TO full_name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idx_users_email ON users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users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удаляет таблицу целиком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users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очищает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структура остаётся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86600" y="1508760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06056" y="172821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1" name="Text 9"/>
          <p:cNvSpPr/>
          <p:nvPr/>
        </p:nvSpPr>
        <p:spPr>
          <a:xfrm>
            <a:off x="730605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44968" y="1723644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и TRUNCATE необратимы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06056" y="2075688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Подтверждения не будет. Данных не станет.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2569464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6056" y="2788920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30605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44968" y="2784348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Индекс ускоряет поиск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06056" y="3136392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email = ... по индексу работает мгновенно.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3630168"/>
            <a:ext cx="441929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3849624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30605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44968" y="3845052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 замедляет запись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06056" y="4197096"/>
            <a:ext cx="398038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INSERT обновляет ещё и индекс.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про DDL в рабочих проектах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Никогда не меняйте структуру боевой базы вручную из консоли. Каждое изменение оформляется файлом миграции, который лежит в репозитории рядом с кодом: тогда любой разработчик и любой сервер получат одинаковую схему.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РАЗЛИЧИЕ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или Exec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23 — Изменение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50028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19072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 СТРОКИ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41832" y="1956816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db.Query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487168"/>
            <a:ext cx="470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... RETURNING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обходим через rows.Next()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Обязателен defer rows.Close()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5868" y="1554480"/>
            <a:ext cx="5250028" cy="2651760"/>
          </a:xfrm>
          <a:prstGeom prst="roundRect">
            <a:avLst>
              <a:gd name="adj" fmla="val 206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1900" y="1719072"/>
            <a:ext cx="4737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НЕ ВОЗВРАЩАЕТ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11900" y="1956816"/>
            <a:ext cx="47379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db.Exec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530188" y="2487168"/>
            <a:ext cx="47013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Отдаёт объект Result со счётчиками</a:t>
            </a:r>
            <a:endParaRPr lang="en-US" sz="1300" dirty="0"/>
          </a:p>
          <a:p>
            <a:pPr marL="342900" indent="-342900">
              <a:lnSpc>
                <a:spcPts val="169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Закрывать ничего не нужно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389120"/>
            <a:ext cx="10820095" cy="1325880"/>
          </a:xfrm>
          <a:prstGeom prst="roundRect">
            <a:avLst>
              <a:gd name="adj" fmla="val 413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46227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EXEC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6968" y="4718304"/>
            <a:ext cx="10417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 users SET age = $1 WHERE id = $2"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КОРНЕР-КЕЙС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что вернул Exec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23 — Изменение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12648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72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ПРОВЕРЯЕМ, ЧТО ЗАПИСЬ ВООБЩЕ НАШЛАСЬ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724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 users SET age = $1 WHERE id = $2"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RowsAffected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ErrNotFound   </a:t>
            </a:r>
            <a:r>
              <a:rPr lang="en-US" sz="12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такого id нет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86600" y="1508760"/>
            <a:ext cx="441929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06056" y="172821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1" name="Text 9"/>
          <p:cNvSpPr/>
          <p:nvPr/>
        </p:nvSpPr>
        <p:spPr>
          <a:xfrm>
            <a:off x="730605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44968" y="1723644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несуществующей строки — не ошибка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06056" y="2093976"/>
            <a:ext cx="39803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 будет nil, просто изменилось ноль строк.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2752344"/>
            <a:ext cx="441929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6056" y="2971800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306056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44968" y="2967228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RowsAffected — единственная проверка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06056" y="3337560"/>
            <a:ext cx="39803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неё API ответит «успешно» на изменение чужого id.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86600" y="3995928"/>
            <a:ext cx="441929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06056" y="4215384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306056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44968" y="4210812"/>
            <a:ext cx="35414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LastInsertId не работает в PostgreSQL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06056" y="4581144"/>
            <a:ext cx="398038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Драйвер pq его не поддерживает — только MySQL.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0820095" cy="1280160"/>
          </a:xfrm>
          <a:prstGeom prst="roundRect">
            <a:avLst>
              <a:gd name="adj" fmla="val 428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50799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ПОЛУЧИТЬ ID НОВОЙ ЗАПИСИ В POSTGRESQL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86968" y="4764024"/>
            <a:ext cx="104177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</a:t>
            </a:r>
            <a:r>
              <a:rPr lang="en-US" sz="12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QueryRow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INTO users (name) VALUES ($1) RETURNING id"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ОШИБОК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Ошибки, которые возвращает база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23 — Изменение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54480"/>
          <a:ext cx="6400800" cy="22860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Название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возникает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23505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unique_violation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уже занят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23503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foreign_key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ссылка на несуществующую строку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23502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заполнено обязательное поле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23514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check_violation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нарушено условие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60920" y="1554480"/>
            <a:ext cx="4144975" cy="2148840"/>
          </a:xfrm>
          <a:prstGeom prst="roundRect">
            <a:avLst>
              <a:gd name="adj" fmla="val 255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6" name="Text 5"/>
          <p:cNvSpPr/>
          <p:nvPr/>
        </p:nvSpPr>
        <p:spPr>
          <a:xfrm>
            <a:off x="7562088" y="1627632"/>
            <a:ext cx="37426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РАЗБИРАЕМ КОД ОШИБКИ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562088" y="1883664"/>
            <a:ext cx="3742639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pgErr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pgErr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pgErr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"23505"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ErrEmailTaken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3977640"/>
            <a:ext cx="10820095" cy="1737360"/>
          </a:xfrm>
          <a:prstGeom prst="roundRect">
            <a:avLst>
              <a:gd name="adj" fmla="val 315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1056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разбирать коды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4361688"/>
            <a:ext cx="10308031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Пользователь, который вводит уже занятый e-mail, должен увидеть понятное «такая почта уже зарегистрирована», а не «внутренняя ошибка сервера». Разница между кодами ответа 409 и 500 — это разница между работающим продуктом и сломанным.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снова пригодился errors.As с тринадцатого занятия: ошибка драйвера обёрнута, и достать её можно только так. Проверять текст ошибки через strings.Contains нельзя — он меняется от версии к версии и зависит от языка сервера.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Подготовленные выражения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23 — Изменение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21792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ЗАПРОС — МНОГО ВЫЗОВОВ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81558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INTO users (name, email) VALUES ($1, $2)"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78040" y="1508760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2364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разбирает запрос один раз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075688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выполняет готовый план с новыми значениями.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569464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78434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Выигрыш на массовых вставках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36392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Тысяча записей в цикле — заметно быстрее.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30168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84962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4505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Обязательно Close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197096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выражение останется висеть в соединении.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434840"/>
            <a:ext cx="10820095" cy="1280160"/>
          </a:xfrm>
          <a:prstGeom prst="roundRect">
            <a:avLst>
              <a:gd name="adj" fmla="val 428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562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увлекайтесь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818888"/>
            <a:ext cx="10308031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одиночных запросов Prepare не нужен: db.Exec с плейсхолдерами уже безопасен от инъекций и внутри всё равно использует подготовленное выражение. Явный Prepare оправдан только там, где один и тот же запрос выполняется много раз подряд.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нужно вставить действительно много строк, в PostgreSQL есть ещё более быстрый путь — команда COPY.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добавление и обновление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слой доступа к данным для таблицы пользователей.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23 — Изменение данных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CreateUser возвращает присвоенный id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UpdateEmail сообщает, если такого id нет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DeleteUser возвращает ошибку при нуле строк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Занятый e-mail превращается в понятную ошибку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запросы только через плейсхолдеры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id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QueryRow вместо Exec.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RowsAffected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Проверяем после каждого UPDATE.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errors.As с pq.Error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Ловим код 23505.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Свои ошибки пакета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ErrNotFound, ErrEmailTaken.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свои ошибки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HTTP не должен знать про коды PostgreSQL. Он знает только ErrNotFound и ErrEmailTaken — и переводит их в 404 и 409.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репозиторий пользователей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23 — Изменение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349240" cy="3794760"/>
          </a:xfrm>
          <a:prstGeom prst="roundRect">
            <a:avLst>
              <a:gd name="adj" fmla="val 144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4946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494690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ErrNotFound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"не найдено"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ErrEmailTaken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"e-mail занят"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CreateUser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users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VALUES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RETURNING id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QueryRow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pgErr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pgErr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"23505"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ErrEmailTaken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"создание пользователя: %w"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196535" cy="3794760"/>
          </a:xfrm>
          <a:prstGeom prst="roundRect">
            <a:avLst>
              <a:gd name="adj" fmla="val 1446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36192"/>
            <a:ext cx="4794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10528" y="1792224"/>
            <a:ext cx="4794199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UpdateEmail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`UPDATE users SET email = $1 WHERE id = $2`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Errorf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"обновление e-mail: %w"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RowsAffected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ErrNotFound      </a:t>
            </a:r>
            <a:r>
              <a:rPr lang="en-US" sz="9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id не существует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9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950" dirty="0"/>
          </a:p>
          <a:p>
            <a:pPr marL="0" indent="0">
              <a:lnSpc>
                <a:spcPts val="1349"/>
              </a:lnSpc>
              <a:buNone/>
            </a:pPr>
            <a:r>
              <a:rPr lang="en-US" sz="9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5394960"/>
            <a:ext cx="2513000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56144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5614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56098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id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5256" y="5907024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LastInsertId в PostgreSQL.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54832" y="5394960"/>
            <a:ext cx="2513000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74288" y="56144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3674288" y="5614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3200" y="56098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 23505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74288" y="5907024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Наверху станет ответом 409.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23864" y="5394960"/>
            <a:ext cx="2513000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3320" y="56144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6443320" y="5614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82232" y="56098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RowsAffected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43320" y="5907024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чужой id — это «успех».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92895" y="5394960"/>
            <a:ext cx="2513000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2351" y="56144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9" name="Text 27"/>
          <p:cNvSpPr/>
          <p:nvPr/>
        </p:nvSpPr>
        <p:spPr>
          <a:xfrm>
            <a:off x="9212351" y="5614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51263" y="56098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Запрос в константе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212351" y="5907024"/>
            <a:ext cx="2074088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Читается лучше строки в вызове.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при изменении данных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23 — Изменение данных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Обновилась вся таблица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UPDATE без WHERE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Сначала проверить условие через SELECT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отвечает 200 на чужой 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Не проверен RowsAffected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rows == 0 → ErrNotFound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LastInsertId is not supported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PostgreSQL не поддерживает эту функцию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INSERT ... RETURNING 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Пользователь видит текст ошибки БД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Ошибка драйвера ушла прямо в ответ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Свои ошибки пакета и логи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Привычка, которая спасает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выполнением опасной команды в консоли начните транзакцию: BEGIN; UPDATE ...; и посмотрите на число затронутых строк. Не то что ожидали — ROLLBACK. Ожидали — COMMIT. Об этом подробно на следующем занятии.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1671</Words>
  <Application>Microsoft Macintosh PowerPoint</Application>
  <PresentationFormat>Широкоэкранный</PresentationFormat>
  <Paragraphs>299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23</dc:title>
  <dc:subject>PptxGenJS Presentation</dc:subject>
  <dc:creator>Курс Go с нуля</dc:creator>
  <cp:lastModifiedBy>Rabboni Bafoev</cp:lastModifiedBy>
  <cp:revision>2</cp:revision>
  <dcterms:created xsi:type="dcterms:W3CDTF">2026-08-23T09:51:54Z</dcterms:created>
  <dcterms:modified xsi:type="dcterms:W3CDTF">2026-10-12T17:06:29Z</dcterms:modified>
</cp:coreProperties>
</file>