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45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Указатели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функция может изменить переменную, а не её копию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Именованные возвращаемые значения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по значению: почему оригинал не меняется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Указатели: операторы &amp; и *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функция swap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заглянем чуть глубже — в то, как значения живут в памяти.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Именованный возврат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результату можно дать имя прямо в сигнатуре.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значению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 самом деле получает функция, когда вы передаёте ей число.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Указатели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переменной, операторы &amp; и *, изменение оригинала.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задача: поменять две переменные местами.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 функций, параметры и аргументы, возврат одного и нескольких значений, идиома результат плюс ошибка.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указатель — это не сложно. Это просто «адрес, по которому лежит значение».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Именованные возвращаемые значения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РЕЗУЛЬТАТА В СИГНАТУРЕ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divmod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 и r объявлены автоматически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 уже равны нулю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Переменные создаются сами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Объявлять q и r внутри функции не нужно.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Документируют результат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сигнатуры сразу видно, что именно вернётся.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Начинаются с нуля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обычные переменные: 0, "", false.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это удобно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польза — читаемость. Сигнатура func divide(a, b float64) (result float64, err error) объясняет себя сама: понятно, что первое значение, а что второе, без чтения тела функции.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Голый return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БЕЗ АРГУМЕНТОВ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divmod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вернёт q и r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ЧИТАЕТСЯ ХУЖЕ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 строк кода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 что тут вернётся?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Голый return разрешён, но в больших функциях читателю приходится искать глазами, чему присвоили результат. Договоримся так: именованные значения используем ради понятной сигнатуры, а в самом return всё-таки пишем что возвращаем — return q, r.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реальных проектах голый return чаще всего встречается в коротких функциях на три-четыре строки.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передаётся по значению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НЕ РАБОТАЕТ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increase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increase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5, а не 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получает копию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x — отдельное значение в памяти.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Оригинал недоступен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даже не знает, откуда пришло число.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Копия исчезает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выхода из функции изменения пропадают.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389120"/>
            <a:ext cx="10820095" cy="1325880"/>
          </a:xfrm>
          <a:prstGeom prst="roundRect">
            <a:avLst>
              <a:gd name="adj" fmla="val 413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выхода из ситуации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773168"/>
            <a:ext cx="103080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Вернуть новое значение и присвоить его: num = increase(num). Это самый простой и часто самый правильный путь.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Передать адрес переменной, чтобы функция могла добраться до оригинала. Для этого и нужны указатели.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ИНСТРУМЕНТ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Указатель: адрес значения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ОПЕРАТОРА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 — адрес num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0xc000018030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42 — значение по адресу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меняем через указатель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600200"/>
            <a:ext cx="4693615" cy="548640"/>
          </a:xfrm>
          <a:prstGeom prst="roundRect">
            <a:avLst>
              <a:gd name="adj" fmla="val 10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60020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&amp;num  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взять адрес переменной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2280" y="2258568"/>
            <a:ext cx="4693615" cy="548640"/>
          </a:xfrm>
          <a:prstGeom prst="roundRect">
            <a:avLst>
              <a:gd name="adj" fmla="val 10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258568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 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получить значение по адресу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2916936"/>
            <a:ext cx="4693615" cy="548640"/>
          </a:xfrm>
          <a:prstGeom prst="roundRect">
            <a:avLst>
              <a:gd name="adj" fmla="val 10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916936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*int  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тип: указатель на 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70332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Звёздочка в типе и звёздочка перед переменной — разные вещи.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389120"/>
            <a:ext cx="10820095" cy="1325880"/>
          </a:xfrm>
          <a:prstGeom prst="roundRect">
            <a:avLst>
              <a:gd name="adj" fmla="val 413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41832" y="4773168"/>
            <a:ext cx="103080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 книгу в библиотеке. Значение — сама книга. Указатель — карточка с номером полки. Скопировать карточку легко, и по ней всегда можно дойти до той самой книги, а не до её копии. Именно поэтому изменение *p меняет оригинал.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меняет оригинал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ПЕРЕДАЁМ АДРЕС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increase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increase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параметре пишем *int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принимает адрес, а не число.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 вызове ставим &amp;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increase(&amp;num) передаёт адрес переменной.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работаем через *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*x — это то самое значение, что лежит в num.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389120"/>
            <a:ext cx="10820095" cy="1325880"/>
          </a:xfrm>
          <a:prstGeom prst="roundRect">
            <a:avLst>
              <a:gd name="adj" fmla="val 413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Строго говоря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773168"/>
            <a:ext cx="103080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здесь Go передаёт копию — но копию адреса. А адрес у копии и у оригинала один и тот же, поэтому функция дотягивается до исходной переменной. Формулировка «передача по ссылке» звучит удобно, хотя технически в Go её нет.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указатель нужен, а когда нет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834640"/>
          </a:xfrm>
          <a:prstGeom prst="roundRect">
            <a:avLst>
              <a:gd name="adj" fmla="val 193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Берём указатель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542032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должна изменить переданное значение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большая, копировать дорого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различать «нет значения» через nil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Методы, меняющие состояние объекта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37360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11900" y="1993392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Обходимся значением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30188" y="2542032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Числа, строки, короткие структуры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только читает данные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Срезы и map — они и так ссылаются на данные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сомневаетесь: начните без указателя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Важное уточнение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Срез, map и канал уже устроены как ссылки на данные: передавая срез в функцию, вы копируете небольшую структуру, но сами элементы остаются общими. Поэтому функция может изменить элементы среза и без указателя — мы это видели на пятом занятии.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Пустой указатель и паника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ВРЕМЕНИ ВЫПОЛНЕНИЯ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nil — никуда не указывает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panic: runtime error: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invalid memory address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ПЕРЕД ИСПОЛЬЗОВАНИЕМ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"указатель пустой"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паника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Паника — это аварийная остановка программы во время работы. В отличие от ошибки компиляции, она случается уже у пользователя, поэтому такие ситуации важно предусматривать заранее.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простое: если указатель мог остаться пустым — проверьте его на nil перед разыменованием. Особенно это касается указателей, полученных из других функций.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функция swap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значения двух переменных местами — и увидеть разницу подходов.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две переменные: a = 1, b = 2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вызова должно стать a = 2, b = 1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версию, которая не работает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Понять, почему она не работает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Исправить её через указатели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Наивная версия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swap(a, b) — меняет копии.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указатели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swap(&amp;a, &amp;b) — меняет оригиналы.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возврат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= swap(a, b) — без указателей.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Сравнить подходы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читается лучше.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есть трюк для обмена без функции: a, b = b, a. Но нам важно понять механику.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три версии swap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852160" cy="1920240"/>
          </a:xfrm>
          <a:prstGeom prst="roundRect">
            <a:avLst>
              <a:gd name="adj" fmla="val 2857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РАБОТАЕТ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449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swap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— без изменений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5852160" cy="1920240"/>
          </a:xfrm>
          <a:prstGeom prst="roundRect">
            <a:avLst>
              <a:gd name="adj" fmla="val 285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5935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РАБОТАЕТ: УКАЗАТЕЛИ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6968" y="3849624"/>
            <a:ext cx="5449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swap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12280" y="1463040"/>
            <a:ext cx="4693615" cy="1920240"/>
          </a:xfrm>
          <a:prstGeom prst="roundRect">
            <a:avLst>
              <a:gd name="adj" fmla="val 285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153619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РАБОТАЕТ: ВОЗВРАТ ДВУХ ЗНАЧЕНИЙ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13448" y="1792224"/>
            <a:ext cx="42912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swap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swap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3520440"/>
            <a:ext cx="4693615" cy="1920240"/>
          </a:xfrm>
          <a:prstGeom prst="roundRect">
            <a:avLst>
              <a:gd name="adj" fmla="val 285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3648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вариант выбрать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68312" y="3904488"/>
            <a:ext cx="4181551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предпочитают третий: функция ничего не меняет тайком, а честно возвращает результат. Такой код проще читать и невозможно случайно испортить чужие данные.</a:t>
            </a:r>
            <a:endParaRPr lang="en-US" sz="1300" dirty="0"/>
          </a:p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Указатели берут тогда, когда возвращать значение неудобно — например, при работе с большими структурами.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указателями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8 — Указатели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memory address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Разыменовали nil-указатель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Проверить if p != nil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use num (int) as *int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Передали значение вместо адреса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Добавить &amp; перед именем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operation: *x + 1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Забыли скобки при разыменовании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Писать (*x) + 1 или *x + 1 внимательно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Значение не изменилось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Функция принимает копию, а не адрес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Сменить тип параметра на *int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новость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нет арифметики указателей: их нельзя складывать и сдвигать, как в C. Поэтому большинство классических ошибок с памятью здесь просто невозможны.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Microsoft Macintosh PowerPoint</Application>
  <PresentationFormat>Широкоэкранный</PresentationFormat>
  <Paragraphs>261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8</dc:title>
  <dc:subject>PptxGenJS Presentation</dc:subject>
  <dc:creator>Курс Go с нуля</dc:creator>
  <cp:lastModifiedBy>Rabboni Bafoev</cp:lastModifiedBy>
  <cp:revision>2</cp:revision>
  <dcterms:created xsi:type="dcterms:W3CDTF">2026-08-23T04:35:43Z</dcterms:created>
  <dcterms:modified xsi:type="dcterms:W3CDTF">2026-09-11T13:49:40Z</dcterms:modified>
</cp:coreProperties>
</file>