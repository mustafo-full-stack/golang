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>
        <p:scale>
          <a:sx n="125" d="100"/>
          <a:sy n="125" d="100"/>
        </p:scale>
        <p:origin x="23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56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Массивы и срезы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хранить не одно значение, а целый список данных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Массив: фиксированный размер и его последствия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Срез: главный инструмент для списков в Go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Встроенные функции: append, len, cap, copy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вставка и удаление элемента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сих пор одна переменная хранила одно значение. Сегодня — много.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Объявление, индексы, длина. Почему размер нельзя изменить.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Срезы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на самом деле и почему в Go используют именно их.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и cap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срез растёт, что такое ёмкость и как её задать заранее.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Вставка и удаление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Приёмы, которые нужно один раз понять и записать в шпаргалку.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формы for, break и continue, вложенные циклы, форматированный вывод через %3d. Сегодня циклы понадобятся почти на каждом слайде.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в Go массивы существуют, но в реальном коде почти всегда работают со срезами.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нужны коллекции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ПЕРЕМЕННЫЕ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student1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student2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student3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"Мария"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 если студентов 300?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564640"/>
            <a:ext cx="5150815" cy="2103120"/>
          </a:xfrm>
          <a:prstGeom prst="roundRect">
            <a:avLst>
              <a:gd name="adj" fmla="val 260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КОЛЛЕКЦИЯ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883664"/>
            <a:ext cx="47484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"Мария"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Аня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3423818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105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101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имя на все данные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" y="4489704"/>
            <a:ext cx="298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любой длины помещается в одну переменную.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3886200"/>
            <a:ext cx="3423818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105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101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по номеру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03394" y="4489704"/>
            <a:ext cx="298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Элементы нумеруются с нуля: первый — [0], второй — [1].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3886200"/>
            <a:ext cx="3423818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105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101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в цикле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01533" y="4489704"/>
            <a:ext cx="29849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Обойти 3 или 3000 элементов — один и тот же код.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1663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Нумерация с нуля — не прихоть Go: так устроено большинство языков программирования.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Массив: фиксированный размер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 И ДОСТУП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пять нулей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"Мария"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Иван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Размер — часть типа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[3]int и [5]int — два разных, несовместимых типа.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Размер задаётся навсегда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шестой элемент в [5]int невозможно.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Индексы с 0 до len-1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массива из 5 элементов последний индекс — 4.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6344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91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за границы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47488"/>
            <a:ext cx="1030803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Обращение nums[10] у массива из пяти элементов вызовет панику: index out of range. Программа аварийно завершится. Всегда проверяйте индекс или используйте цикл по len.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ОСОБЕННОСТЬ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 копируется целиком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423160"/>
          </a:xfrm>
          <a:prstGeom prst="roundRect">
            <a:avLst>
              <a:gd name="adj" fmla="val 226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ПРИСВАИВАНИЕ СОЗДАЁТ КОПИЮ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копия всех элементов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 2 3] — не изменился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[99 2 3]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423160"/>
          </a:xfrm>
          <a:prstGeom prst="roundRect">
            <a:avLst>
              <a:gd name="adj" fmla="val 226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8312" y="1682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 на практике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68312" y="1938528"/>
            <a:ext cx="4181551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 из 1000 элементов при каждой передаче в функцию копируется целиком — это лишняя работа и лишняя память. Изменения внутри функции не затронут оригинал.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251960"/>
            <a:ext cx="10820095" cy="1463040"/>
          </a:xfrm>
          <a:prstGeom prst="roundRect">
            <a:avLst>
              <a:gd name="adj" fmla="val 375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379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636008"/>
            <a:ext cx="103080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Массивы в Go нужны редко: когда размер действительно известен заранее и не изменится — координаты точки [2]float64, дни недели [7]string, буфер фиксированного размера.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остальных случаях используют срезы — с ними мы и будем работать дальше.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ИНСТРУМЕНТ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Срез (slice)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переменной длины — то, чем в Go пользуются каждый день.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468880"/>
          </a:xfrm>
          <a:prstGeom prst="roundRect">
            <a:avLst>
              <a:gd name="adj" fmla="val 22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933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СРЕЗА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249424"/>
            <a:ext cx="5449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s1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пустой, nil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сразу со значениями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три нуля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82296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Квадратные скобки пустые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31736" y="2468880"/>
            <a:ext cx="42547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[]int — срез, [5]int — массив. Отличие в одном символе.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2852928"/>
            <a:ext cx="4693615" cy="82296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307238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306781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Длина меняется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31736" y="3401568"/>
            <a:ext cx="42547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Элементы можно добавлять и убирать на ходу.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12280" y="3785616"/>
            <a:ext cx="4693615" cy="822960"/>
          </a:xfrm>
          <a:prstGeom prst="roundRect">
            <a:avLst>
              <a:gd name="adj" fmla="val 666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400507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400050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 поверх массива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31736" y="4334256"/>
            <a:ext cx="42547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окно в массив, который Go хранит за вас.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66344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791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отличить в коде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1832" y="5047488"/>
            <a:ext cx="1030803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квадратных скобках при объявлении стоит число — это массив с фиксированным размером. Если скобки пустые — это срез. Всё остальное синтаксически выглядит одинаково: индексы, len, обход циклом.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Массив или срез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17352" cy="30723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Массив [5]int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Срез []int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фиксированный, часть типа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меняется во время работы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Объявление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a [5]int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s []int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Присваивание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копируются все элементы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копируется ссылка на данные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Добавление элемента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невозможно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append(s, x)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Передача в функцию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копия целиком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дёшево, данные общие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часто нужен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редко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почти всегда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80060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941832" y="4928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правило для начала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41832" y="518464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Сомневаетесь — берите срез. Массив стоит выбирать осознанно, когда фиксированный размер является частью самой задачи.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срез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— это небольшая структура из трёх полей, которая ссылается на массив с данными.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2185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218084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Указатель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5256" y="2587752"/>
            <a:ext cx="298490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первый элемент массива, в котором лежат данные.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3938" y="196596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394" y="2185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4603394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42306" y="218084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Длина — len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03394" y="2587752"/>
            <a:ext cx="298490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элементов доступно прямо сейчас. Их и обходит цикл.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82077" y="1965960"/>
            <a:ext cx="3423818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1533" y="2185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8301533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40445" y="218084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Ёмкость — cap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1533" y="2587752"/>
            <a:ext cx="298490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элементов помещается без выделения новой памяти.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342900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350215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LEN И CAP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6968" y="3758184"/>
            <a:ext cx="10417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5 — доступно три, зарезервировано пять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983480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5111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знать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41832" y="536752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Понимание len и cap объясняет две вещи: почему append иногда работает мгновенно, а иногда медленнее, и почему два среза могут неожиданно делить одни и те же данные.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СРЕЗА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— добавляем элементы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В КОНЕЦ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 2 3]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 2 3 4 5]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other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 ... 7]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нужно присвоить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возвращает новый срез, а не меняет старый.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14600"/>
            <a:ext cx="460217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2948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Добавляет в конец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063240"/>
            <a:ext cx="41632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несколько значений — перечисляем через запятую.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474720"/>
            <a:ext cx="460217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68960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точки разворачивают срез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023360"/>
            <a:ext cx="41632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other... передаёт элементы по одному.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append работает внутри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срезе есть свободная ёмкость, элемент записывается на свободное место. Если места нет — Go выделяет новый массив побольше (обычно вдвое), копирует туда все данные и возвращает срез, указывающий уже на него. Поэтому результат и нужно присваивать обратно.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и рост ёмкости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76072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358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 ЗА CAP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3583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1 / 2 2 / 3 4 / 4 4 / 5 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785055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1627632"/>
            <a:ext cx="4382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РЕЗЕРВИРУЕМ МЕСТО ЗАРАНЕЕ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22008" y="1883664"/>
            <a:ext cx="438271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длина 0, ёмкость 100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ни одного перевыделения памяти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10820095" cy="1143000"/>
          </a:xfrm>
          <a:prstGeom prst="roundRect">
            <a:avLst>
              <a:gd name="adj" fmla="val 48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700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вывод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956048"/>
            <a:ext cx="1030803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make([]int, 0, 100) создаёт пустой срез с запасом на сто элементов. Если вы заранее знаете примерный размер списка — укажите его: программа не будет копировать данные при каждом расширении. На малых объёмах разница незаметна, на больших — существенна.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Срез от среза: s[a:b]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560320"/>
          </a:xfrm>
          <a:prstGeom prst="roundRect">
            <a:avLst>
              <a:gd name="adj" fmla="val 214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 ДИАПАЗОНА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[20 30]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[10 20]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[40 50]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[:])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всё целиком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560320"/>
          </a:xfrm>
          <a:prstGeom prst="roundRect">
            <a:avLst>
              <a:gd name="adj" fmla="val 21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8312" y="1682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границ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68312" y="1938528"/>
            <a:ext cx="4181551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Левая граница включается, правая — нет. s[1:3] берёт элементы с индексами 1 и 2, но не 3. Такая запись кажется странной ровно один день, зато длина всегда равна b − 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297680"/>
            <a:ext cx="10820095" cy="1417320"/>
          </a:xfrm>
          <a:prstGeom prst="roundRect">
            <a:avLst>
              <a:gd name="adj" fmla="val 3871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37083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ЛОВУШКА: ДАННЫЕ ОБЩИЕ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4626864"/>
            <a:ext cx="104177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 смотрит в тот же массив, что и a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[99 2 3] — изменился и оригинал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— честная копия среза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560320"/>
          </a:xfrm>
          <a:prstGeom prst="roundRect">
            <a:avLst>
              <a:gd name="adj" fmla="val 214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СОЗДАЁМ НЕЗАВИСИМЫЙ СРЕЗ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 2 3] — не тронут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Приёмник создаём заранее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нужного размера: copy не растит срез сам.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Копирует по минимуму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Столько элементов, сколько влезет в меньший из двух срезов.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Возвращает число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элементов реально скопировано.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это обязательно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818888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вы возвращаете срез из функции или сохраняете его «на потом», а исходные данные потом меняются — делайте copy. Иначе получите неожиданные изменения там, где ничего не трогали.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вставка и удаление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нет готовых функций insert и remove — их собирают из append и срезов.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срез чисел: [10 20 30 40 50]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элемент с индексом 2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Вставить число 25 на позицию 2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Проверить, что остальные элементы на месте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выйти за границы среза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Разрезать на части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до индекса и всё после него.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Склеить через append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часть плюс вторая.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Развернуть троеточием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срез передаём как s[i:]...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Присвоить результат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append(...) — обязательно.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операции строятся на одной идее: разделить срез в нужной точке и собрать заново.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ШАГ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Удаление элемента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514600"/>
          </a:xfrm>
          <a:prstGeom prst="roundRect">
            <a:avLst>
              <a:gd name="adj" fmla="val 21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УДАЛЯЕМ ЭЛЕМЕНТ С ИНДЕКСОМ 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:]...)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[10 20 40 50]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554480"/>
          <a:ext cx="4599432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означает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s[:i]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элементы до удаляемого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s[i+1:]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элементы после него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...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разворачивает вторую часть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 = append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склеиваем и сохраняем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251960"/>
            <a:ext cx="10820095" cy="1463040"/>
          </a:xfrm>
          <a:prstGeom prst="roundRect">
            <a:avLst>
              <a:gd name="adj" fmla="val 375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379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читать словами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636008"/>
            <a:ext cx="10308031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«Возьми всё до элемента i, добавь к этому всё, что идёт после i, и запиши обратно в s». Удаляемый элемент просто не попадает ни в одну из двух частей.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порядок остальных элементов сохраняется, а длина среза уменьшается на единицу.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ШАГ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Вставка элемента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ВСТАВЛЯЕМ ЗНАЧЕНИЕ НА ПОЗИЦИЮ 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:]...)...)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[10 20 30 40 50]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2743200"/>
          </a:xfrm>
          <a:prstGeom prst="roundRect">
            <a:avLst>
              <a:gd name="adj" fmla="val 2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9752" y="1682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Разбираем по слоям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59752" y="1938528"/>
            <a:ext cx="4090111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append собирает новый срез: сначала вставляемое значение, затем весь хвост s[i:].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append приклеивает этот результат к началу s[:i].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480560"/>
            <a:ext cx="10820095" cy="1234440"/>
          </a:xfrm>
          <a:prstGeom prst="roundRect">
            <a:avLst>
              <a:gd name="adj" fmla="val 444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55371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САМОЕ, НО ПОНЯТНЕЕ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4809744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:]...)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копия хвоста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начало плюс новое значение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tail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 хвост обратно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со срезами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5 — Массивы и срезы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out of range [5]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Обращение за пределы длины среза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Проверяйте i &lt; len(s)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не сработал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Забыли присвоить результат обратно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s = append(s, x)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Изменился чужой срез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Два среза смотрят в один массив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Сделать copy перед изменением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use s (type []int)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Передали срез вместо элементов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Добавить ... после имени среза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Печатайте fmt.Println(len(s), cap(s), s) в непонятных местах. Три числа сразу показывают, что происходит со срезом на самом деле.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2306</Words>
  <Application>Microsoft Macintosh PowerPoint</Application>
  <PresentationFormat>Широкоэкранный</PresentationFormat>
  <Paragraphs>351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5</dc:title>
  <dc:subject>PptxGenJS Presentation</dc:subject>
  <dc:creator>Курс Go с нуля</dc:creator>
  <cp:lastModifiedBy>Rabboni Bafoev</cp:lastModifiedBy>
  <cp:revision>2</cp:revision>
  <dcterms:created xsi:type="dcterms:W3CDTF">2026-08-23T04:24:22Z</dcterms:created>
  <dcterms:modified xsi:type="dcterms:W3CDTF">2026-09-02T16:40:21Z</dcterms:modified>
</cp:coreProperties>
</file>