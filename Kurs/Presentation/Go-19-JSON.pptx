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>
        <p:scale>
          <a:sx n="157" d="100"/>
          <a:sy n="157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1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JSON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Язык, на котором сервисы разговаривают друг с другом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 и Unmarshal: структура ↔ JSON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 структур и их опции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 «поля нет» от «поле равно нулю»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сохраняем и читаем данные из файла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блок про взаимодействие с внешним миром.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JSON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это, как выглядит и почему стал стандартом обмена.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Сериализация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Marshal, теги структур, omitempty и другие опции.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Unmarshal, вложенность, массивы и данные неизвестной формы.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и Decoder — правильный способ работать с файлами.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и его случайный выбор ветки, таймауты через time.After, ветка default, WaitGroup и четыре ошибки с ней, остановка через close(done).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структура Go и объект JSON связываются тегами. Всё остальное — детали.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JSON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669280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ТЕКСТОВЫЙ ФОРМАТ ДАННЫХ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266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"tags"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"backend"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"address"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"Москва"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554480"/>
          <a:ext cx="4873752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в 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строка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число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 или 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массив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срез []T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объект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или 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251960"/>
            <a:ext cx="10820095" cy="1463040"/>
          </a:xfrm>
          <a:prstGeom prst="roundRect">
            <a:avLst>
              <a:gd name="adj" fmla="val 375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379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JSON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636008"/>
            <a:ext cx="103080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читает и человек, и машина. Его понимают все языки без исключения. На нём построено подавляющее большинство веб-API, конфигурационных файлов и очередей сообщений.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для работы с ним есть встроенный пакет encoding/json — ставить ничего не нужно.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превращается в JSON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JSON.MARSHAL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 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"a@mail.ru"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Marshal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{"Name":"Аня","Age":20,"Email":"a@mail.ru"}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Возвращает []byte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вывода превращаем в строку через string().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6946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8434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Имена полей как в структуре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3639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большой буквы — пока без тегов.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3016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4505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экспортируемые поля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19709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с маленькой буквы в JSON не попадёт вообще.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ловушка новичка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json работает через рефлексию и физически не видит неэкспортируемые поля. Если структура сериализуется в пустой объект {} — почти наверняка вы написали поля с маленькой буквы.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МЕХАНИЗМ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Теги структур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СВЯЗЫВАЕМ ПОЛЕ И КЛЮЧ JSON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r>
              <a:rPr lang="en-US" sz="1250" dirty="0" err="1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:"name"`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 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`json:"age"`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`json:"email"`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{"name":"Аня","age":20,"email":"a@mail.ru"}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Обратные кавычки, не обычные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— это строка в косых кавычках после типа поля.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json:"имя"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3639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пробела после двоеточия — иначе тег не сработает.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3016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4505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Принято писать snake_case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9709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мире JSON стандарт — user_name, а не UserName.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Коварство тегов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— это обычная строка, компилятор её не проверяет. Опечатка вроде json: "name" с пробелом или jsn:"name" не вызовет ошибку — поле просто будет сериализоваться под своим именем из Go. Ошибку ловит go vet, поэтому его стоит запускать регулярно.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ещё умеют теги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ПОЛЕЗНЫЕ ФОРМЫ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`json:"name"`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 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`json:"email,omitempty"`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`json:"-"`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int64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`json:"id,string"`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554480"/>
          <a:ext cx="4050792" cy="22677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omitempty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пропустить, если пусто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никогда не включать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,string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как строка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omitempty и json:"-"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864608"/>
            <a:ext cx="103080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Опция omitempty убирает поле из результата, если значение нулевое: пустая строка, ноль, false, nil. Осторожно: отличить «пользователь не указал возраст» от «возраст равен нулю» после этого невозможно.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json:"-" — стандартный способ не отдавать наружу пароли, токены и внутренние поля. Обязательно используйте его для чувствительных данных.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превращается в структуру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JSON.UNMARSHAL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`{"name":"Иван","age":25}`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User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Unmarshal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"разбор JSON: %w"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Иван 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Обязательно передаём адрес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&amp;u — иначе функции некуда записывать результат.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96896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163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11780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Лишние поля игнорируются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63824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JSON есть ключ, которого нет в структуре, ошибки не будет.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85032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904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9916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Отсутствующие остаются нулевыми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51960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Поле, которого нет в JSON, сохранит значение по умолчанию.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 имён нечувствительно к регистру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тегов Go найдёт поле Name и по ключу name, и по NAME. Это удобно, но полагаться на такое поведение не стоит: всегда пишите теги явно.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Поля нет или оно равно нулю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Settings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`json:"limit"`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{"limit": 0}  → Limit = 0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{}            → Limit = 0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одинаково, а смысл разный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УКАЗАТЕЛЬ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Settings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`json:"limit"`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поля не было — берём значение по умолчанию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это критично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PATCH в REST API: клиент присылает только те поля, которые хочет изменить. Если поле пришло со значением 0 — его надо записать. Если поля нет — трогать нельзя. Без указателя эти два случая неразличимы, и вы затрёте чужие данные нулями.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 с bool: false и «не указано» — совершенно разные вещи. Указатель — стандартный приём Go для необязательных полей.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СТРУКТУРЫ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Вложенность, массивы и неизвестная форма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СТРУКТУРЫ И СРЕЗЫ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Address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`json:"city"`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`json:"name"`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`json:"tags"`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Address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`json:"address"`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{"name":"Аня","tags":["go"],"address":{"city":"Москва"}}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58191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СТРУКТУРА ЗАРАНЕЕ НЕИЗВЕСТНА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37944"/>
            <a:ext cx="41998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Unmarshal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].(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числа всегда приходят float64!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].(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с float64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разборе в map[string]any любое число становится float64 — даже целое. Приведение data["age"].(int) вызовет панику. Всегда приводите к float64, а потом к int. И помните: map[string]any — крайняя мера, обычная структура надёжнее.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и Decoder для файлов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ФАЙЛ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"users.json"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NewEncoder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SetIndent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человекочитаемо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58191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ИЗ ФАЙЛА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37944"/>
            <a:ext cx="419983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"users.json"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10820095" cy="1554480"/>
          </a:xfrm>
          <a:prstGeom prst="roundRect">
            <a:avLst>
              <a:gd name="adj" fmla="val 35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что выбирать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544568"/>
            <a:ext cx="1030803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 и Unmarshal работают с байтами в памяти — удобно для небольших данных. Encoder и Decoder работают с потоком и не держат весь документ в памяти целиком: это правильный выбор для файлов, сетевых соединений и HTTP-запросов.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Полезная опция: dec.DisallowUnknownFields() заставит Decode ругаться на лишние ключи. Незаменимо при разборе конфигов — опечатка в имени параметра сразу станет ошибкой, а не молчаливым игнорированием.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хранилище на JSON-файле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Мини-база данных: список задач, который переживает перезапуск программы.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Task: id, заголовок, статус, дата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сохранения списка в tasks.json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загрузки списка из файла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файла — не ошибка, а пустой список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Красивое форматирование с отступами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Теги для всех полей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snake_case: created_at.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с SetIndent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можно открыть и прочитать.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errors.Is(err, os.ErrNotExist)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 — файла ещё нет.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Обернуть ошибки через %w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разбирали на тринадцатом.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time.Time сериализуется в JSON автоматически, в стандартном формате RFC 3339.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сохранение и загрузка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 СОХРАНЕНИЕ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`json:"id"`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   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`json:"title"`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     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`json:"done"`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CreatedAt time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`json:"created_at"`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"создание %s: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NewEncoder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SetIndent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ErrNotExist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первый запуск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"чтение %s: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"разбор: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Файла нет — норма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Отдаём пустой срез, а не ошибку.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54832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4288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74288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3200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[]Task{}, а не nil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74288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сериализуется в null.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3864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3320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3320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2232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файла в ошибке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3320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путь подвёл.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2895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351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2351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51263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после проверки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12351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Закрывать можно открытое.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JSON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19 — 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Получили пустой объект {}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Поля структуры с маленькой буквы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Экспортировать: Name вместо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json: Unmarshal(non-pointer)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&amp; перед переменной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json.Unmarshal(data, &amp;u)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unmarshal string into int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Тип в JSON не совпадает с полем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 реальный ответ сервера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conversion: float64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Число из map[string]any приводят к 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Сначала к float64, потом к 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отладки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понимаете, что приходит от сервера — распечатайте сырой ответ до разбора: fmt.Println(string(data)). В девяти случаях из десяти окажется, что структура ответа не такая, как вы ожидали.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2093</Words>
  <Application>Microsoft Macintosh PowerPoint</Application>
  <PresentationFormat>Широкоэкранный</PresentationFormat>
  <Paragraphs>340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19</dc:title>
  <dc:subject>PptxGenJS Presentation</dc:subject>
  <dc:creator>Курс Go с нуля</dc:creator>
  <cp:lastModifiedBy>Rabboni Bafoev</cp:lastModifiedBy>
  <cp:revision>3</cp:revision>
  <dcterms:created xsi:type="dcterms:W3CDTF">2026-08-23T09:38:26Z</dcterms:created>
  <dcterms:modified xsi:type="dcterms:W3CDTF">2026-10-05T16:12:18Z</dcterms:modified>
</cp:coreProperties>
</file>