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9086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· GOLANG С НУЛЯ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 с файлами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154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Чтение, запись и дозапись — от простых способов к правильным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04088" y="3886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Быстрое чтение и запись целиком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Потоковая работа: os.Open, bufio, Flush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Флаги открытия, права доступа и defer Close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пишем логгер в файл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49640" y="1783080"/>
            <a:ext cx="3200400" cy="3200400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85496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15 — Работа с файлами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ЗАНЯТИЯ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на сегодня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тема, где программа начинает взаимодействовать с внешним миром.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15 — Работа с файлами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4168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Целиком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05256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os.ReadFile и os.WriteFile: две строки на всю задачу.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54832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4288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3674288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3200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Потоком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74288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файл больше памяти: построчное чтение через bufio.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3864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3320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332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2232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Дозапись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3320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Флаги O_APPEND, права 0644 и зачем нужен Flush.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92895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12351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9212351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51263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Логгер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2351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Собираем практичный инструмент, который пригодится в проектах.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16052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 прошлое занятие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1832" y="4544568"/>
            <a:ext cx="103080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Пакеты и модули, экспорт по регистру, структура проекта с internal, формы импорта, циклические зависимости, порядок init.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мысль занятия: файл — это ресурс. Его нужно не только открыть, но и обязательно закрыть.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С САМОГО НАЧАЛА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 пакет ioutil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15 — Работа с файлами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103120"/>
          </a:xfrm>
          <a:prstGeom prst="roundRect">
            <a:avLst>
              <a:gd name="adj" fmla="val 2609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УСТАРЕЛО — ВСТРЕТИТЕ В СТАРЫХ СТАТЬЯХ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ioutil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ReadFile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"a.txt"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ioutil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WriteFile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"a.txt"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0644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Deprecated: начиная с Go 1.16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103120"/>
          </a:xfrm>
          <a:prstGeom prst="roundRect">
            <a:avLst>
              <a:gd name="adj" fmla="val 260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СОВРЕМЕННЫЙ ВАРИАНТ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13448" y="1883664"/>
            <a:ext cx="429127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ReadFile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"a.txt"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WriteFile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"a.txt"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0644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то же самое, но в пакете 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840480"/>
            <a:ext cx="10820095" cy="1874520"/>
          </a:xfrm>
          <a:prstGeom prst="roundRect">
            <a:avLst>
              <a:gd name="adj" fmla="val 292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9684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об этом говорим отдельно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224528"/>
            <a:ext cx="10308031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интернете полно материалов, написанных до 2021 года, и почти в каждом используется ioutil. Код будет работать — пакет оставили ради совместимости, но новый код на нём не пишут.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Запомните соответствие: ioutil.ReadFile стал os.ReadFile, ioutil.WriteFile — os.WriteFile, ioutil.ReadAll — io.ReadAll, ioutil.TempFile — os.CreateTemp. Если линтер вашего проекта ругается на ioutil — теперь понятно почему.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 ПУТЬ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Читаем файл целиком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15 — Работа с файлами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2651760"/>
          </a:xfrm>
          <a:prstGeom prst="roundRect">
            <a:avLst>
              <a:gd name="adj" fmla="val 206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СТРОКИ И ПРОВЕРКА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ReadFile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"config.txt"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Errorf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"чтение конфига: %w"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[]byte → string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2317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12317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62088" y="176936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Возвращает []byte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23176" y="2103120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Байты, а не строку. Преобразуем явно через string().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03720" y="2569464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12317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62088" y="2784348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Файл закрывается сам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23176" y="3118104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открывает, читает и закрывает — думать не о чем.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03720" y="3584448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12317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62088" y="3799332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Весь файл попадает в память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3176" y="4133088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файла на 2 гигабайта такой вызов съест 2 гигабайта.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434840"/>
            <a:ext cx="10820095" cy="1280160"/>
          </a:xfrm>
          <a:prstGeom prst="roundRect">
            <a:avLst>
              <a:gd name="adj" fmla="val 4286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5628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так можно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818888"/>
            <a:ext cx="1030803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Конфигурационные файлы, небольшие JSON, шаблоны, тестовые данные — всё, что заведомо помещается в память. Это самый частый случай, и усложнять его не нужно.</a:t>
            </a:r>
            <a:endParaRPr lang="en-US" sz="1350" dirty="0"/>
          </a:p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размер файла заранее неизвестен или измеряется гигабайтами — переходите к потоковому чтению, о котором дальше.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НАДЁЖНОСТЬ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Разбираем ошибку файловой системы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15 — Работа с файлами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6217920" cy="27432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815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ПРИЧИНЫ — РАЗНАЯ РЕАКЦИЯ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8155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ReadFile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errors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ErrNotExist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файла нет — создаём с настройками по умолчанию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errors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ErrPermission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нет прав — сообщаем администратору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Errorf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"не удалось прочитать %s: %w"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78040" y="1554480"/>
            <a:ext cx="432785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749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39749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36408" y="1769364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os.ErrNotExist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97496" y="2121408"/>
            <a:ext cx="38889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Файла нет. Часто это штатная ситуация, а не сбой.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2615184"/>
            <a:ext cx="432785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8346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397496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36408" y="2830068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os.ErrPermission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97496" y="3182112"/>
            <a:ext cx="38889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прав доступа. Типично при запуске под другим пользователем.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3675888"/>
            <a:ext cx="432785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7496" y="389534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397496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36408" y="3890772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errors.Is обязателен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97496" y="4242816"/>
            <a:ext cx="38889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обёрнута в *PathError — прямое сравнение не сработает.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526280"/>
            <a:ext cx="10820095" cy="1188720"/>
          </a:xfrm>
          <a:prstGeom prst="roundRect">
            <a:avLst>
              <a:gd name="adj" fmla="val 461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654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с прошлым занятием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910328"/>
            <a:ext cx="1030803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Вот зачем нужен был errors.Is. Пакет os всегда оборачивает системную ошибку в структуру PathError, чтобы добавить имя файла и название операции. Без errors.Is до причины не добраться.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Создаём и перезаписываем файл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15 — Работа с файлами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6035040" cy="2377440"/>
          </a:xfrm>
          <a:prstGeom prst="roundRect">
            <a:avLst>
              <a:gd name="adj" fmla="val 230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ЦЕЛИКОМ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6327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"первая строка\nвторая строка\n"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WriteFile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"out.txt"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0644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Errorf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"запись: %w"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1554480"/>
          <a:ext cx="4510735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Права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означают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0644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владелец пишет, все читают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0600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доступ только владельцу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0755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для папок и программ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85800" y="4114800"/>
            <a:ext cx="10820095" cy="1600200"/>
          </a:xfrm>
          <a:prstGeom prst="roundRect">
            <a:avLst>
              <a:gd name="adj" fmla="val 342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" y="42428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вещи, которые надо знать про WriteFile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41832" y="4498848"/>
            <a:ext cx="10308031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Первая: если файл существует, он будет очищен полностью. Никакого предупреждения не будет — старое содержимое просто исчезнет.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Вторая: права указываются в восьмеричном виде и применяются только при создании нового файла. У существующего права не меняются. Ноль в начале — это признак восьмеричной системы, а не опечатка.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БОЛЬШИЕ ФАЙЛЫ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Читаем построчно через bufio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15 — Работа с файлами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217920" cy="3108960"/>
          </a:xfrm>
          <a:prstGeom prst="roundRect">
            <a:avLst>
              <a:gd name="adj" fmla="val 176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815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 РАСХОДУЕТСЯ НА ОДНУ СТРОКУ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8155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"huge.log"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file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scanner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bufio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NewScanner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scanner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scanner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scanner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Errorf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"чтение: %w"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78040" y="1508760"/>
            <a:ext cx="4327855" cy="804672"/>
          </a:xfrm>
          <a:prstGeom prst="roundRect">
            <a:avLst>
              <a:gd name="adj" fmla="val 6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749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39749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36408" y="1723644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os.Open только для чтения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97496" y="2039112"/>
            <a:ext cx="388894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записи есть os.Create и os.OpenFile.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78040" y="2423160"/>
            <a:ext cx="4327855" cy="804672"/>
          </a:xfrm>
          <a:prstGeom prst="roundRect">
            <a:avLst>
              <a:gd name="adj" fmla="val 6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6426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397496" y="2642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36408" y="2638044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defer file.Close() сразу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97496" y="2953512"/>
            <a:ext cx="388894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Пишем следующей строкой после проверки ошибки.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78040" y="3337560"/>
            <a:ext cx="4327855" cy="804672"/>
          </a:xfrm>
          <a:prstGeom prst="roundRect">
            <a:avLst>
              <a:gd name="adj" fmla="val 6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7496" y="35570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397496" y="3557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36408" y="3552444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возвращает false в конце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97496" y="3867912"/>
            <a:ext cx="388894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при ошибке тоже — поэтому проверяем scanner.Err().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78040" y="4251960"/>
            <a:ext cx="4327855" cy="804672"/>
          </a:xfrm>
          <a:prstGeom prst="roundRect">
            <a:avLst>
              <a:gd name="adj" fmla="val 6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97496" y="44714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6" name="Text 24"/>
          <p:cNvSpPr/>
          <p:nvPr/>
        </p:nvSpPr>
        <p:spPr>
          <a:xfrm>
            <a:off x="7397496" y="4471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36408" y="4466844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Text() без символа переноса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97496" y="4782312"/>
            <a:ext cx="388894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Разделитель строк scanner отбрасывает сам.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5800" y="480060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49286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scanner.Err()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41832" y="518464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завершается и в конце файла, и при ошибке чтения — по виду не отличить. Без проверки Err() вы просто не узнаете, что обработали половину файла и остановились из-за сбоя диска.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КОРНЕР-КЕЙС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Scanner и длинные строки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15 — Работа с файлами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2103120"/>
          </a:xfrm>
          <a:prstGeom prst="roundRect">
            <a:avLst>
              <a:gd name="adj" fmla="val 2609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МОЛЧАЛИВЫЙ ОБРЫВ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строка длиннее 64 КБ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scanner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цикл просто закончится раньше,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scanner.Err() вернёт bufio.ErrTooLong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602175" cy="2103120"/>
          </a:xfrm>
          <a:prstGeom prst="roundRect">
            <a:avLst>
              <a:gd name="adj" fmla="val 260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04888" y="1627632"/>
            <a:ext cx="4199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УВЕЛИЧИВАЕМ БУФЕР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04888" y="1883664"/>
            <a:ext cx="419983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scanner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bufio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NewScanner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([]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scanner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до 1 МБ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840480"/>
            <a:ext cx="10820095" cy="1874520"/>
          </a:xfrm>
          <a:prstGeom prst="roundRect">
            <a:avLst>
              <a:gd name="adj" fmla="val 292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9684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важно знать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224528"/>
            <a:ext cx="10308031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bufio.Scanner есть лимит на длину одной строки — по умолчанию 64 килобайта. Однострочный JSON, минифицированный CSS или лог с огромным телом запроса легко его превышают.</a:t>
            </a:r>
            <a:endParaRPr lang="en-US" sz="1350" dirty="0"/>
          </a:p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коварна тем, что программа не падает: цикл заканчивается, как будто файл прочитан, а половина данных потеряна. Это ещё одна причина всегда проверять scanner.Err().</a:t>
            </a:r>
            <a:endParaRPr lang="en-US" sz="1350" dirty="0"/>
          </a:p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нужны строки любой длины, вместо Scanner берут bufio.Reader и метод ReadString — у него ограничения нет.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ДОЗАПИСЬ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Добавляем в конец файла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15 — Работа с файлами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309360" cy="2926080"/>
          </a:xfrm>
          <a:prstGeom prst="roundRect">
            <a:avLst>
              <a:gd name="adj" fmla="val 187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907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OS.OPENFILE С ФЛАГАМИ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9070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OpenFile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"app.log"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O_APPEND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O_CREATE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O_WRONLY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0644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WriteString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"новая запись\n"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1508760"/>
          <a:ext cx="4236415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Флаг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Значение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O_APPEND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писать в конец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O_CREATE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создать, если нет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O_WRONLY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запись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O_TRUNC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очистить при открытии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7"/>
          <p:cNvSpPr/>
          <p:nvPr/>
        </p:nvSpPr>
        <p:spPr>
          <a:xfrm>
            <a:off x="685800" y="4617720"/>
            <a:ext cx="10820095" cy="1097280"/>
          </a:xfrm>
          <a:prstGeom prst="roundRect">
            <a:avLst>
              <a:gd name="adj" fmla="val 5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" y="47457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Флаги объединяются вертикальной чертой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41832" y="5001768"/>
            <a:ext cx="103080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побитовое ИЛИ: каждый флаг — отдельный бит, и такая запись включает их все сразу. Забудете O_CREATE — получите ошибку на несуществующем файле. Забудете O_APPEND — начнёте писать с начала поверх старых данных.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ПРОИЗВОДИТЕЛЬНОСТЬ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bufio.Writer и обязательный Flush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15 — Работа с файлами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217920" cy="2834640"/>
          </a:xfrm>
          <a:prstGeom prst="roundRect">
            <a:avLst>
              <a:gd name="adj" fmla="val 193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815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БУФЕРИЗУЕМ ЗАПИСЬ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8155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"out.txt"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bufio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NewWriter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Flush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без этого данные потеряются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100000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"строка %d\n"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78040" y="1508760"/>
            <a:ext cx="432785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749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39749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36408" y="1723644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Меньше обращений к диску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97496" y="2057400"/>
            <a:ext cx="38889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копятся в памяти и уходят пачкой.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2523744"/>
            <a:ext cx="432785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74320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397496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36408" y="2738628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Flush обязателен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97496" y="3072384"/>
            <a:ext cx="38889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 последняя порция так и останется в буфере.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3538728"/>
            <a:ext cx="432785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7496" y="375818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397496" y="3758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36408" y="3753612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Порядок defer важен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97496" y="4087368"/>
            <a:ext cx="38889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 объявлен позже — значит, выполнится раньше Close.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526280"/>
            <a:ext cx="10820095" cy="1188720"/>
          </a:xfrm>
          <a:prstGeom prst="roundRect">
            <a:avLst>
              <a:gd name="adj" fmla="val 461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654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на практике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910328"/>
            <a:ext cx="1030803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 тысяч прямых вызовов записи — это сто тысяч системных вызовов к операционной системе. С буфером их будет несколько сотен. На больших объёмах разница в скорости достигает десятков раз.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КОРНЕР-КЕЙС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Ошибку от Close тоже надо проверять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15 — Работа с файлами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194560"/>
          </a:xfrm>
          <a:prstGeom prst="roundRect">
            <a:avLst>
              <a:gd name="adj" fmla="val 2500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ПРИВЫЧНО, НО НЕ ВСЕГДА ВЕРНО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"data.txt"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ошибка молча теряется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диск заполнился? мы об этом не узнаем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194560"/>
          </a:xfrm>
          <a:prstGeom prst="roundRect">
            <a:avLst>
              <a:gd name="adj" fmla="val 25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ДАННЫЕ ВАЖНЫ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13448" y="1883664"/>
            <a:ext cx="429127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cerr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}()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840480"/>
            <a:ext cx="10820095" cy="1874520"/>
          </a:xfrm>
          <a:prstGeom prst="roundRect">
            <a:avLst>
              <a:gd name="adj" fmla="val 292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9684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чём тут дело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224528"/>
            <a:ext cx="10308031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записи операционная система может держать данные в своём кеше, и реальная ошибка — переполненный диск, отвалившийся сетевой том — всплывает именно в момент Close. Проигнорировали её — считаете, что файл сохранён, а его нет.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правило: при чтении простого defer f.Close() достаточно, ошибка там ни на что не влияет. При записи важных данных ошибку Close нужно проверять и возвращать наверх.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Задача: логгер в файл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Инструмент, который вы потом реально возьмёте в свои проекты.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15 — Работа с файлами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852160" cy="2880360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103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СДЕЛАТЬ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Logger со ссылкой на открытый файл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Конструктор NewLogger с открытием на дозапись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Log добавляет строку с меткой времени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Close корректно освобождает файл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Проверить, что записи копятся между запусками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31736" y="2139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2" name="Text 10"/>
          <p:cNvSpPr/>
          <p:nvPr/>
        </p:nvSpPr>
        <p:spPr>
          <a:xfrm>
            <a:off x="7031736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70648" y="213512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31736" y="2414016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file *os.File.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2724912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31736" y="294436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7" name="Text 15"/>
          <p:cNvSpPr/>
          <p:nvPr/>
        </p:nvSpPr>
        <p:spPr>
          <a:xfrm>
            <a:off x="7031736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70648" y="2939796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OpenFile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31736" y="3218688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O_APPEND|O_CREATE|O_WRONLY, 0644.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3529584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37490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2" name="Text 20"/>
          <p:cNvSpPr/>
          <p:nvPr/>
        </p:nvSpPr>
        <p:spPr>
          <a:xfrm>
            <a:off x="7031736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70648" y="374446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time.Now().Format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31736" y="4023360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Метка времени в начале строки.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12280" y="4334256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31736" y="455371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7" name="Text 25"/>
          <p:cNvSpPr/>
          <p:nvPr/>
        </p:nvSpPr>
        <p:spPr>
          <a:xfrm>
            <a:off x="7031736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70648" y="4549140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31736" y="4828032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Возвращает ошибку наружу.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5230368"/>
            <a:ext cx="10820095" cy="777240"/>
          </a:xfrm>
          <a:prstGeom prst="roundRect">
            <a:avLst>
              <a:gd name="adj" fmla="val 705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53583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Подсказка про формат времени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41832" y="5614416"/>
            <a:ext cx="1030803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Go шаблон даты задаётся эталонным временем: 2006-01-02 15:04:05. Это не пример, а буквально шаблон.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Решение: тип Logger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15 — Работа с файлами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6126480" cy="4343400"/>
          </a:xfrm>
          <a:prstGeom prst="roundRect">
            <a:avLst>
              <a:gd name="adj" fmla="val 1263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36192"/>
            <a:ext cx="5724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LOGGER.GO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792224"/>
            <a:ext cx="5724144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Logger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NewLogger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OpenFile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os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O_APPEND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O_CREATE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O_WRONLY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0644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Errorf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"открытие лога: %w"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stamp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"2006-01-02 15:04:05"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"[%s] %s\n"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stamp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msg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Close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086600" y="1463040"/>
            <a:ext cx="4419295" cy="2194560"/>
          </a:xfrm>
          <a:prstGeom prst="roundRect">
            <a:avLst>
              <a:gd name="adj" fmla="val 25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87768" y="1536192"/>
            <a:ext cx="4016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ИСПОЛЬЗОВАНИЕ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287768" y="1792224"/>
            <a:ext cx="401695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lg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NewLogger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"app.log"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Fatal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lg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lg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"сервис запущен"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lg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"обработан запрос"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86600" y="3840480"/>
            <a:ext cx="4419295" cy="1645920"/>
          </a:xfrm>
          <a:prstGeom prst="roundRect">
            <a:avLst>
              <a:gd name="adj" fmla="val 3333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42632" y="39684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получатель — указатель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42632" y="4224528"/>
            <a:ext cx="3907231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владеет открытым файлом. Копия структуры указывала бы на тот же файл, и закрытие в одной копии сломало бы остальные. Такие типы всегда передают по указателю.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Частые ошибки при работе с файлами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15 — Работа с файлами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Файл пустой после записи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Не вызван Flush у bufio.Writer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3544" y="2414016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defer w.Flush() сразу после создания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0752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many open files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70752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Забыли Close в цикле — дескрипторы кончились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70752" y="2414016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defer внутри отдельной функции, а не цикла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Старые данные пропали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3544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os.Create или O_TRUNC очищают файл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23544" y="398678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Использовать O_APPEND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3008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0752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Обработана только часть файла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0752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Строка длиннее 64 КБ оборвала Scanner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70752" y="398678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scanner.Buffer или bufio.Reader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4974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defer в цикле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1832" y="523036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срабатывает при выходе из функции, а не из итерации. Открывая тысячу файлов в цикле с defer, вы держите открытыми все тысячу. Выносите работу с одним файлом в отдельную функцию.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2281</Words>
  <Application>Microsoft Macintosh PowerPoint</Application>
  <PresentationFormat>Широкоэкранный</PresentationFormat>
  <Paragraphs>338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с нуля — Занятие 15</dc:title>
  <dc:subject>PptxGenJS Presentation</dc:subject>
  <dc:creator>Курс Go с нуля</dc:creator>
  <cp:lastModifiedBy>Rabboni Bafoev</cp:lastModifiedBy>
  <cp:revision>2</cp:revision>
  <dcterms:created xsi:type="dcterms:W3CDTF">2026-08-23T04:59:48Z</dcterms:created>
  <dcterms:modified xsi:type="dcterms:W3CDTF">2026-09-25T16:55:51Z</dcterms:modified>
</cp:coreProperties>
</file>