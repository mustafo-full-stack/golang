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2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8195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· GOLANG С НУЛЯ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8288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Циклы for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85800" y="31546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Учим программу повторять действия столько раз, сколько нужно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04088" y="388620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Единственный цикл в Go и три его формы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ходом цикла: break и continue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Вложенные циклы и как они работают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Практика: выводим таблицу умножения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549640" y="1783080"/>
            <a:ext cx="3200400" cy="3200400"/>
          </a:xfrm>
          <a:prstGeom prst="ellipse">
            <a:avLst/>
          </a:prstGeom>
          <a:solidFill>
            <a:srgbClr val="00ADD8"/>
          </a:solidFill>
          <a:ln/>
        </p:spPr>
      </p:sp>
      <p:sp>
        <p:nvSpPr>
          <p:cNvPr id="7" name="Text 5"/>
          <p:cNvSpPr/>
          <p:nvPr/>
        </p:nvSpPr>
        <p:spPr>
          <a:xfrm>
            <a:off x="8549640" y="22860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800" dirty="0"/>
          </a:p>
        </p:txBody>
      </p:sp>
      <p:sp>
        <p:nvSpPr>
          <p:cNvPr id="8" name="Text 6"/>
          <p:cNvSpPr/>
          <p:nvPr/>
        </p:nvSpPr>
        <p:spPr>
          <a:xfrm>
            <a:off x="854964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4 — Циклы for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 ЗАНЯТИЯ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 на сегодня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Вчера программа умела выбирать. Сегодня научится повторять.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4 — Циклы for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9" name="Text 7"/>
          <p:cNvSpPr/>
          <p:nvPr/>
        </p:nvSpPr>
        <p:spPr>
          <a:xfrm>
            <a:off x="905256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44168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формы for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05256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Классическая со счётчиком, while-стиль и бесконечный цикл.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54832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74288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4" name="Text 12"/>
          <p:cNvSpPr/>
          <p:nvPr/>
        </p:nvSpPr>
        <p:spPr>
          <a:xfrm>
            <a:off x="3674288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3200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/ continue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74288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Досрочный выход и пропуск шага. Когда нужен каждый.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23864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3320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9" name="Text 17"/>
          <p:cNvSpPr/>
          <p:nvPr/>
        </p:nvSpPr>
        <p:spPr>
          <a:xfrm>
            <a:off x="6443320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82232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Вложенные циклы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43320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 внутри цикла: как считать шаги и не запутаться.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992895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12351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4" name="Text 22"/>
          <p:cNvSpPr/>
          <p:nvPr/>
        </p:nvSpPr>
        <p:spPr>
          <a:xfrm>
            <a:off x="9212351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51263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Таблица умножения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212351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Собираем аккуратный вывод в консоль с выравниванием по колонкам.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4160520"/>
            <a:ext cx="10820095" cy="960120"/>
          </a:xfrm>
          <a:prstGeom prst="roundRect">
            <a:avLst>
              <a:gd name="adj" fmla="val 5714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32" y="42885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Повторяем прошлое занятие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41832" y="4544568"/>
            <a:ext cx="10308031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Операторы сравнения и логики, if / else if / else, switch во всех формах, наш мини-калькулятор на switch.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54406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мысль занятия: если вы копируете одну и ту же строку несколько раз — нужен цикл.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МОТИВАЦИЯ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Зачем нужны циклы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4 — Циклы for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394960" cy="2286000"/>
          </a:xfrm>
          <a:prstGeom prst="roundRect">
            <a:avLst>
              <a:gd name="adj" fmla="val 2400"/>
            </a:avLst>
          </a:prstGeom>
          <a:solidFill>
            <a:srgbClr val="FDF3EF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ЦИКЛА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49926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а если нужно до 1000?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55080" y="1554480"/>
            <a:ext cx="5150815" cy="2286000"/>
          </a:xfrm>
          <a:prstGeom prst="roundRect">
            <a:avLst>
              <a:gd name="adj" fmla="val 24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56248" y="1627632"/>
            <a:ext cx="47484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ЦИКЛОМ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56248" y="1883664"/>
            <a:ext cx="474847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чтобы дойти до 1000,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меняем одну цифру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" y="4069080"/>
            <a:ext cx="3423818" cy="10972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5256" y="42885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" y="4288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44168" y="428396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Меньше кода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05256" y="4672584"/>
            <a:ext cx="29849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конструкция вместо сотни одинаковых строк.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83938" y="4069080"/>
            <a:ext cx="3423818" cy="10972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394" y="42885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9" name="Text 17"/>
          <p:cNvSpPr/>
          <p:nvPr/>
        </p:nvSpPr>
        <p:spPr>
          <a:xfrm>
            <a:off x="4603394" y="4288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42306" y="428396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Меньше ошибок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603394" y="4672584"/>
            <a:ext cx="29849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Исправлять логику нужно в одном месте, а не в каждой копии.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82077" y="4069080"/>
            <a:ext cx="3423818" cy="10972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01533" y="42885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4" name="Text 22"/>
          <p:cNvSpPr/>
          <p:nvPr/>
        </p:nvSpPr>
        <p:spPr>
          <a:xfrm>
            <a:off x="8301533" y="4288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740445" y="428396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Работа с данными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301533" y="4672584"/>
            <a:ext cx="29849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товаров, строки файла, символы текста — всё перебирается циклом.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" y="534924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Go нет ключевых слов while и do-while. Все виды повторения записываются одним словом — for.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Классический for со счётчиком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4 — Циклы for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852160" cy="1051560"/>
          </a:xfrm>
          <a:prstGeom prst="roundRect">
            <a:avLst>
              <a:gd name="adj" fmla="val 5217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АНАТОМИЯ ЦИКЛА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449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30"/>
              </a:lnSpc>
              <a:buNone/>
            </a:pPr>
            <a:r>
              <a:rPr lang="en-US" sz="15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5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5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5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5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5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5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5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5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5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</a:t>
            </a:r>
            <a:r>
              <a:rPr lang="en-US" sz="15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</a:t>
            </a:r>
            <a:r>
              <a:rPr lang="en-US" sz="15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2788920"/>
            <a:ext cx="5852160" cy="530352"/>
          </a:xfrm>
          <a:prstGeom prst="roundRect">
            <a:avLst>
              <a:gd name="adj" fmla="val 10345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78892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D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:= 0   </a:t>
            </a: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начало — выполняется один раз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3429000"/>
            <a:ext cx="5852160" cy="530352"/>
          </a:xfrm>
          <a:prstGeom prst="roundRect">
            <a:avLst>
              <a:gd name="adj" fmla="val 10345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42900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D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&lt; 5   </a:t>
            </a: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условие — проверяется перед каждым шагом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4069080"/>
            <a:ext cx="5852160" cy="530352"/>
          </a:xfrm>
          <a:prstGeom prst="roundRect">
            <a:avLst>
              <a:gd name="adj" fmla="val 10345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06908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D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i++   </a:t>
            </a: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шаг — выполняется после тела цикла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12280" y="1554480"/>
            <a:ext cx="4693615" cy="2377440"/>
          </a:xfrm>
          <a:prstGeom prst="roundRect">
            <a:avLst>
              <a:gd name="adj" fmla="val 230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13448" y="1627632"/>
            <a:ext cx="42912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ПРИМЕР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013448" y="1883664"/>
            <a:ext cx="4291279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"Шаг"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Шаг 1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Шаг 2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Шаг 3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812280" y="4114800"/>
            <a:ext cx="4693615" cy="1600200"/>
          </a:xfrm>
          <a:prstGeom prst="roundRect">
            <a:avLst>
              <a:gd name="adj" fmla="val 3429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68312" y="424281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важные детали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068312" y="4498848"/>
            <a:ext cx="4181551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16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Круглых скобок вокруг условия нет, а точки с запятой между тремя частями обязательны. Переменная i существует только внутри цикла — снаружи её нет.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РАБОТАЕТ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Разбираем цикл по шагам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 := 1; i &lt;= 3; i++ — что происходит внутри.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4 — Циклы for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965960"/>
          <a:ext cx="6583680" cy="192024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Шаг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Значение 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Проверка i &lt;=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Тело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После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&lt;= 3 → true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печатает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станет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&lt;= 3 → true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печатает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станет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&lt;= 3 → true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печатает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станет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&lt;= 3 → false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выход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цикл окончен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543800" y="1965960"/>
            <a:ext cx="3962095" cy="2286000"/>
          </a:xfrm>
          <a:prstGeom prst="roundRect">
            <a:avLst>
              <a:gd name="adj" fmla="val 24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99832" y="20939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действий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799832" y="2350008"/>
            <a:ext cx="3450031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Начальное значение</a:t>
            </a:r>
            <a:endParaRPr lang="en-US" sz="1400" dirty="0"/>
          </a:p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Проверка условия</a:t>
            </a:r>
            <a:endParaRPr lang="en-US" sz="1400" dirty="0"/>
          </a:p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Тело цикла</a:t>
            </a:r>
            <a:endParaRPr lang="en-US" sz="1400" dirty="0"/>
          </a:p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Шаг i++</a:t>
            </a:r>
            <a:endParaRPr lang="en-US" sz="1400" dirty="0"/>
          </a:p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Снова к пункту 2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85800" y="4434840"/>
            <a:ext cx="10820095" cy="1280160"/>
          </a:xfrm>
          <a:prstGeom prst="roundRect">
            <a:avLst>
              <a:gd name="adj" fmla="val 4286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41832" y="45628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Ключевая мысль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941832" y="4818888"/>
            <a:ext cx="1030803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Условие проверяется ПЕРЕД телом. Если оно ложно с самого начала — тело не выполнится ни разу: for i := 10; i &lt; 5; i++ просто ничего не сделает и не выдаст ошибку.</a:t>
            </a:r>
            <a:endParaRPr lang="en-US" sz="1350" dirty="0"/>
          </a:p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i++ выполняется ПОСЛЕ тела, поэтому на последней итерации i успевает стать 4 — и цикл останавливается.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в стиле while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Оставляем только условие — когда число шагов заранее неизвестно.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4 — Циклы for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5852160" cy="2377440"/>
          </a:xfrm>
          <a:prstGeom prst="roundRect">
            <a:avLst>
              <a:gd name="adj" fmla="val 230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99339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УСЛОВИЕ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86968" y="2249424"/>
            <a:ext cx="54498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balance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balance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-=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"Осталось:"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balance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70, 40, 10, -20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12280" y="1920240"/>
            <a:ext cx="4693615" cy="841248"/>
          </a:xfrm>
          <a:prstGeom prst="roundRect">
            <a:avLst>
              <a:gd name="adj" fmla="val 65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31736" y="21396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2" name="Text 10"/>
          <p:cNvSpPr/>
          <p:nvPr/>
        </p:nvSpPr>
        <p:spPr>
          <a:xfrm>
            <a:off x="7031736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70648" y="213512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Точек с запятой нет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031736" y="2468880"/>
            <a:ext cx="425470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Пишем for условие { } — и это работает как while.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12280" y="2880360"/>
            <a:ext cx="4693615" cy="841248"/>
          </a:xfrm>
          <a:prstGeom prst="roundRect">
            <a:avLst>
              <a:gd name="adj" fmla="val 65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31736" y="3099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7" name="Text 15"/>
          <p:cNvSpPr/>
          <p:nvPr/>
        </p:nvSpPr>
        <p:spPr>
          <a:xfrm>
            <a:off x="7031736" y="3099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70648" y="309524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Счётчик заводим сами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031736" y="3429000"/>
            <a:ext cx="425470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Объявляем его до цикла и меняем внутри тела.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12280" y="3840480"/>
            <a:ext cx="4693615" cy="841248"/>
          </a:xfrm>
          <a:prstGeom prst="roundRect">
            <a:avLst>
              <a:gd name="adj" fmla="val 65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31736" y="4059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2" name="Text 20"/>
          <p:cNvSpPr/>
          <p:nvPr/>
        </p:nvSpPr>
        <p:spPr>
          <a:xfrm>
            <a:off x="7031736" y="4059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70648" y="405536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Условие должно меняться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031736" y="4389120"/>
            <a:ext cx="425470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Иначе цикл не закончится никогда.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85800" y="4526280"/>
            <a:ext cx="10820095" cy="1188720"/>
          </a:xfrm>
          <a:prstGeom prst="roundRect">
            <a:avLst>
              <a:gd name="adj" fmla="val 4615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832" y="46542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выбирать эту форму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41832" y="4910328"/>
            <a:ext cx="1030803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Классический for — когда точно знаем количество повторений: «пройти по 10 элементам». While-стиль — когда знаем условие остановки, но не количество шагов: «пока баланс положительный», «пока пользователь не ввёл выход», «пока файл не закончился».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Бесконечный цикл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4 — Циклы for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760720" cy="2377440"/>
          </a:xfrm>
          <a:prstGeom prst="roundRect">
            <a:avLst>
              <a:gd name="adj" fmla="val 230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358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БЕЗ УСЛОВИЯ ВООБЩЕ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3583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88"/>
              </a:lnSpc>
              <a:buNone/>
            </a:pPr>
            <a:r>
              <a:rPr lang="en-US" sz="14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"Команда: "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(&amp;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cmd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"выход"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4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720840" y="1554480"/>
            <a:ext cx="4785055" cy="841248"/>
          </a:xfrm>
          <a:prstGeom prst="roundRect">
            <a:avLst>
              <a:gd name="adj" fmla="val 65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0296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694029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79208" y="1769364"/>
            <a:ext cx="39072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Меню и диалог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940296" y="2103120"/>
            <a:ext cx="434614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Повторяем вопрос, пока не введут команду выхода.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720840" y="2514600"/>
            <a:ext cx="4785055" cy="841248"/>
          </a:xfrm>
          <a:prstGeom prst="roundRect">
            <a:avLst>
              <a:gd name="adj" fmla="val 65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0296" y="273405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6940296" y="2734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79208" y="2729484"/>
            <a:ext cx="39072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Серверы и фоновые задачи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940296" y="3063240"/>
            <a:ext cx="434614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работает, пока её не остановят.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720840" y="3474720"/>
            <a:ext cx="4785055" cy="841248"/>
          </a:xfrm>
          <a:prstGeom prst="roundRect">
            <a:avLst>
              <a:gd name="adj" fmla="val 65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0296" y="369417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6940296" y="3694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79208" y="3689604"/>
            <a:ext cx="39072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Выход только через break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940296" y="4023360"/>
            <a:ext cx="434614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Или через return. Иначе цикл вечный.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4160520"/>
            <a:ext cx="5760720" cy="1554480"/>
          </a:xfrm>
          <a:prstGeom prst="roundRect">
            <a:avLst>
              <a:gd name="adj" fmla="val 3529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2885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программа зависла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4544568"/>
            <a:ext cx="524865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Скорее всего вы попали в бесконечный цикл без выхода. Остановить выполнение в терминале можно сочетанием Ctrl + C.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формы одного оператора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4 — Циклы for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04088" y="1554480"/>
            <a:ext cx="34116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04088" y="1810512"/>
            <a:ext cx="34116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 счётчиком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85800" y="2286000"/>
            <a:ext cx="3411626" cy="137160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2432304"/>
            <a:ext cx="300929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тело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794760"/>
            <a:ext cx="3411626" cy="640080"/>
          </a:xfrm>
          <a:prstGeom prst="roundRect">
            <a:avLst>
              <a:gd name="adj" fmla="val 8571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794760"/>
            <a:ext cx="30458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Знаем, сколько раз повторить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08322" y="1554480"/>
            <a:ext cx="34116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08322" y="1810512"/>
            <a:ext cx="34116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while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390034" y="2286000"/>
            <a:ext cx="3411626" cy="137160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1202" y="2432304"/>
            <a:ext cx="300929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условие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тело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90034" y="3794760"/>
            <a:ext cx="3411626" cy="640080"/>
          </a:xfrm>
          <a:prstGeom prst="roundRect">
            <a:avLst>
              <a:gd name="adj" fmla="val 8571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914" y="3794760"/>
            <a:ext cx="30458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Знаем условие остановки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12557" y="1554480"/>
            <a:ext cx="34116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112557" y="1810512"/>
            <a:ext cx="34116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Бесконечный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094269" y="2286000"/>
            <a:ext cx="3411626" cy="137160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95437" y="2432304"/>
            <a:ext cx="300929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тело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94269" y="3794760"/>
            <a:ext cx="3411626" cy="640080"/>
          </a:xfrm>
          <a:prstGeom prst="roundRect">
            <a:avLst>
              <a:gd name="adj" fmla="val 8571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77149" y="3794760"/>
            <a:ext cx="30458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Выходим сами через break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" y="4663440"/>
            <a:ext cx="10820095" cy="1051560"/>
          </a:xfrm>
          <a:prstGeom prst="roundRect">
            <a:avLst>
              <a:gd name="adj" fmla="val 5217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7914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в Go только for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5047488"/>
            <a:ext cx="10308031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Авторы языка убрали while и do-while намеренно: три разных ключевых слова делали одно и то же. Одна конструкция — меньше правил для запоминания и единый стиль кода во всех проектах.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— досрочный выход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4 — Циклы for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852160" cy="2606040"/>
          </a:xfrm>
          <a:prstGeom prst="roundRect">
            <a:avLst>
              <a:gd name="adj" fmla="val 210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ИЩЕМ ПЕРВОЕ ЧИСЛО, ДЕЛЯЩЕЕСЯ НА 7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44982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"Нашли:"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Нашли: 14 — дальше не ищем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12280" y="1554480"/>
            <a:ext cx="4693615" cy="841248"/>
          </a:xfrm>
          <a:prstGeom prst="roundRect">
            <a:avLst>
              <a:gd name="adj" fmla="val 65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31736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03173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70648" y="176936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Прерывает весь цикл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031736" y="2103120"/>
            <a:ext cx="425470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Оставшиеся шаги не выполняются.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12280" y="2514600"/>
            <a:ext cx="4693615" cy="841248"/>
          </a:xfrm>
          <a:prstGeom prst="roundRect">
            <a:avLst>
              <a:gd name="adj" fmla="val 65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31736" y="273405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031736" y="2734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70648" y="272948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Выходит из своего цикла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31736" y="3063240"/>
            <a:ext cx="425470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 вложенных прерывает только внутренний.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12280" y="3474720"/>
            <a:ext cx="4693615" cy="841248"/>
          </a:xfrm>
          <a:prstGeom prst="roundRect">
            <a:avLst>
              <a:gd name="adj" fmla="val 65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31736" y="369417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031736" y="3694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70648" y="368960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Главное применение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031736" y="4023360"/>
            <a:ext cx="425470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Поиск: нашли — дальше не перебираем.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4434840"/>
            <a:ext cx="10820095" cy="1280160"/>
          </a:xfrm>
          <a:prstGeom prst="roundRect">
            <a:avLst>
              <a:gd name="adj" fmla="val 4286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5628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путайте с оператором switch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4818888"/>
            <a:ext cx="1030803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switch, как мы разбирали, break не нужен — Go выходит сам. В цикле всё наоборот: без break цикл честно доработает до конца условия. Это разные вещи с одинаковым названием.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continue — пропустить шаг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4 — Циклы for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852160" cy="2606040"/>
          </a:xfrm>
          <a:prstGeom prst="roundRect">
            <a:avLst>
              <a:gd name="adj" fmla="val 210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ПЕЧАТАЕМ ТОЛЬКО НЕЧЁТНЫЕ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44982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"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 3 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12280" y="1554480"/>
            <a:ext cx="4693615" cy="2606040"/>
          </a:xfrm>
          <a:prstGeom prst="roundRect">
            <a:avLst>
              <a:gd name="adj" fmla="val 210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13448" y="1627632"/>
            <a:ext cx="42912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 ЖЕ САМОЕ БЕЗ CONTINUE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013448" y="1883664"/>
            <a:ext cx="429127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"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 3 5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4389120"/>
            <a:ext cx="5852160" cy="1325880"/>
          </a:xfrm>
          <a:prstGeom prst="roundRect">
            <a:avLst>
              <a:gd name="adj" fmla="val 4138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45171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делает continue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41832" y="4773168"/>
            <a:ext cx="534009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Бросает текущий шаг и сразу переходит к следующему: в классическом for выполняется i++ и снова проверяется условие. Тело до конца не доходит.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812280" y="4389120"/>
            <a:ext cx="4693615" cy="1325880"/>
          </a:xfrm>
          <a:prstGeom prst="roundRect">
            <a:avLst>
              <a:gd name="adj" fmla="val 4138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68312" y="45171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он реально полезен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068312" y="4773168"/>
            <a:ext cx="4181551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нужно отсеять «плохие» данные в начале тела: пустые строки, отрицательные числа, некорректные записи. Тогда основной код не тонет во вложенных if.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КОМБИНАЦИИ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Цикл внутри цикла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4 — Циклы for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852160" cy="2560320"/>
          </a:xfrm>
          <a:prstGeom prst="roundRect">
            <a:avLst>
              <a:gd name="adj" fmla="val 2143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ВНЕШНИЙ И ВНУТРЕННИЙ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4498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"-"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"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12280" y="1554480"/>
            <a:ext cx="4693615" cy="2560320"/>
          </a:xfrm>
          <a:prstGeom prst="roundRect">
            <a:avLst>
              <a:gd name="adj" fmla="val 2143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13448" y="1627632"/>
            <a:ext cx="42912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013448" y="1883664"/>
            <a:ext cx="4291279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всего 3 × 2 = 6 шагов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4297680"/>
            <a:ext cx="3423818" cy="1234440"/>
          </a:xfrm>
          <a:prstGeom prst="roundRect">
            <a:avLst>
              <a:gd name="adj" fmla="val 444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5256" y="45171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" y="4517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44168" y="451256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Внутренний проходит полностью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05256" y="4901184"/>
            <a:ext cx="298490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каждый шаг внешнего цикла внутренний отрабатывает все свои шаги.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83938" y="4297680"/>
            <a:ext cx="3423818" cy="1234440"/>
          </a:xfrm>
          <a:prstGeom prst="roundRect">
            <a:avLst>
              <a:gd name="adj" fmla="val 444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394" y="45171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9" name="Text 17"/>
          <p:cNvSpPr/>
          <p:nvPr/>
        </p:nvSpPr>
        <p:spPr>
          <a:xfrm>
            <a:off x="4603394" y="4517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42306" y="451256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Разные имена счётчиков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03394" y="4901184"/>
            <a:ext cx="298490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и j, или row и col. Одинаковые имена приведут к путанице.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82077" y="4297680"/>
            <a:ext cx="3423818" cy="1234440"/>
          </a:xfrm>
          <a:prstGeom prst="roundRect">
            <a:avLst>
              <a:gd name="adj" fmla="val 444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01533" y="45171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4" name="Text 22"/>
          <p:cNvSpPr/>
          <p:nvPr/>
        </p:nvSpPr>
        <p:spPr>
          <a:xfrm>
            <a:off x="8301533" y="4517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740445" y="451256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Считайте нагрузку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01533" y="4901184"/>
            <a:ext cx="298490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цикла по 1000 шагов — это миллион операций.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ОТЛАДКА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Частые ошибки с циклами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4 — Циклы for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1737360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Цикл не заканчивается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23544" y="2066544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Условие никогда не становится ложным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23544" y="2414016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Проверьте, меняется ли переменная в теле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3008" y="1554480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0752" y="1737360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 один шаг больше или меньше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70752" y="2066544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Перепутали i &lt; n и i &lt;= 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70752" y="2414016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Для n шагов: i := 0; i &lt; 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3127248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" y="3310128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undefined: 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23544" y="3639312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Счётчик использован после цикла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23544" y="3986784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Объявите переменную до цикла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33008" y="3127248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0752" y="3310128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Программа работает вечно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70752" y="3639312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Забыли break в for { }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70752" y="3986784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Ctrl + C, затем добавить условие выхода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4846320"/>
            <a:ext cx="10820095" cy="914400"/>
          </a:xfrm>
          <a:prstGeom prst="roundRect">
            <a:avLst>
              <a:gd name="adj" fmla="val 6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" y="49743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 отладки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41832" y="5230368"/>
            <a:ext cx="103080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понимаете, что делает цикл — печатайте счётчик первой строкой тела: fmt.Println("i =", i). Сразу видно, сколько шагов сделал цикл и с какими значениями.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Задача: таблица умножения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Классическое упражнение на вложенные циклы и форматированный вывод.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4 — Циклы for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5852160" cy="2880360"/>
          </a:xfrm>
          <a:prstGeom prst="roundRect">
            <a:avLst>
              <a:gd name="adj" fmla="val 190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1031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ДОЛЖНА ДЕЛАТЬ ПРОГРАММА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60120" y="242316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Вывести таблицу от 1 до 9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строка — один множитель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Колонки должны быть ровными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Начать с простой версии на один цикл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Затем расширить до полной таблицы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12280" y="1920240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31736" y="21396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2" name="Text 10"/>
          <p:cNvSpPr/>
          <p:nvPr/>
        </p:nvSpPr>
        <p:spPr>
          <a:xfrm>
            <a:off x="7031736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70648" y="213512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Внешний цикл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031736" y="2414016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Идёт по строкам: i от 1 до 9.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12280" y="2724912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31736" y="2944368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7" name="Text 15"/>
          <p:cNvSpPr/>
          <p:nvPr/>
        </p:nvSpPr>
        <p:spPr>
          <a:xfrm>
            <a:off x="7031736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70648" y="2939796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Внутренний цикл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031736" y="3218688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Идёт по колонкам: j от 1 до 9.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12280" y="3529584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31736" y="374904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2" name="Text 20"/>
          <p:cNvSpPr/>
          <p:nvPr/>
        </p:nvSpPr>
        <p:spPr>
          <a:xfrm>
            <a:off x="7031736" y="3749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70648" y="3744468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Вывод ячейки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031736" y="4023360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Printf без переноса строки.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12280" y="4334256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31736" y="4553712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7" name="Text 25"/>
          <p:cNvSpPr/>
          <p:nvPr/>
        </p:nvSpPr>
        <p:spPr>
          <a:xfrm>
            <a:off x="7031736" y="4553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70648" y="4549140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Перенос строки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031736" y="4828032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Println() после внутреннего цикла.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85800" y="5193792"/>
            <a:ext cx="10820095" cy="914400"/>
          </a:xfrm>
          <a:prstGeom prst="roundRect">
            <a:avLst>
              <a:gd name="adj" fmla="val 6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1832" y="532180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сложность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41832" y="5577840"/>
            <a:ext cx="103080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логика, а ровные колонки: числа разной длины ломают выравнивание. Решается глаголом %3d.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РАЗБОР, ШАГ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Одна строка таблицы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4 — Циклы for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852160" cy="2468880"/>
          </a:xfrm>
          <a:prstGeom prst="roundRect">
            <a:avLst>
              <a:gd name="adj" fmla="val 22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УМНОЖЕНИЕ НА 7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4498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 × %d = %d\n"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12280" y="1554480"/>
            <a:ext cx="4693615" cy="2468880"/>
          </a:xfrm>
          <a:prstGeom prst="roundRect">
            <a:avLst>
              <a:gd name="adj" fmla="val 22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13448" y="1627632"/>
            <a:ext cx="42912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013448" y="1883664"/>
            <a:ext cx="4291279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4251960"/>
            <a:ext cx="10820095" cy="1463040"/>
          </a:xfrm>
          <a:prstGeom prst="roundRect">
            <a:avLst>
              <a:gd name="adj" fmla="val 375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43799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здесь важно понять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41832" y="4636008"/>
            <a:ext cx="10308031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Printf подставляет значения по порядку: первый %d берёт k, второй — j, третий — результат k*j. Символ \n в конце строки формата переносит курсор на новую строку — без него весь вывод слипнется в одну длинную строку.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РАЗБОР, ШАГ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Полная таблица: вложенные циклы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4 — Циклы for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5943600" cy="3200400"/>
          </a:xfrm>
          <a:prstGeom prst="roundRect">
            <a:avLst>
              <a:gd name="adj" fmla="val 171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81912"/>
            <a:ext cx="5541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ГОТОВОЕ РЕШЕНИЕ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37944"/>
            <a:ext cx="554126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"fmt"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fmt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"%3d"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fmt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903720" y="1508760"/>
            <a:ext cx="4602175" cy="3200400"/>
          </a:xfrm>
          <a:prstGeom prst="roundRect">
            <a:avLst>
              <a:gd name="adj" fmla="val 171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04888" y="1581912"/>
            <a:ext cx="4199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В КОНСОЛИ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104888" y="1837944"/>
            <a:ext cx="4199839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81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4892040"/>
            <a:ext cx="10820095" cy="1005840"/>
          </a:xfrm>
          <a:prstGeom prst="roundRect">
            <a:avLst>
              <a:gd name="adj" fmla="val 5455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50200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Секрет ровных колонок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41832" y="5276088"/>
            <a:ext cx="1030803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Глагол %3d выводит число в поле шириной три символа, дополняя пробелами слева — поэтому 5 и 81 занимают одинаковое место. Println() без аргументов просто переводит строку.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2006</Words>
  <Application>Microsoft Macintosh PowerPoint</Application>
  <PresentationFormat>Широкоэкранный</PresentationFormat>
  <Paragraphs>365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 с нуля — Занятие 4</dc:title>
  <dc:subject>PptxGenJS Presentation</dc:subject>
  <dc:creator>Курс Go с нуля</dc:creator>
  <cp:lastModifiedBy>Rabboni Bafoev</cp:lastModifiedBy>
  <cp:revision>2</cp:revision>
  <dcterms:created xsi:type="dcterms:W3CDTF">2026-08-23T04:20:31Z</dcterms:created>
  <dcterms:modified xsi:type="dcterms:W3CDTF">2026-08-31T15:35:13Z</dcterms:modified>
</cp:coreProperties>
</file>