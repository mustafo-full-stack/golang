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0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Замыкания и рекурсия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без имени, функции с памятью и функции, вызывающие сами себя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как обычное значение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Анонимные функции и замыкания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Рекурсия: база и шаг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факториал и числа Фибоначчи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приёма, которые сначала кажутся магией, а потом становятся привычными.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Функция-значение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можно положить в переменную и передать в другую функцию.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Анонимные функции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без имени прямо в том месте, где она нужна.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Замыкания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Функция, которая помнит переменные из места своего рождения.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Рекурсия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вызывает саму себя: факториал и Фибоначчи.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Именованные возвраты, передача по значению, указатели &amp; и *, три версии функции swap и правило выбора между ними.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в Go функция — такое же значение, как число или строка.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ИДЕЯ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— это значение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КЛАДЁМ ФУНКЦИЮ В ПЕРЕМЕННУЮ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функции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функции есть тип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func(int, int) int — принимает два int, возвращает int.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без скобок — значение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сама функция, add(2, 3) — её вызов.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Можно передавать и хранить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переменной, в срезе, в map, в другой функции.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строятся гибкие программы: одна функция получает другую и решает, когда её вызвать. На этом принципе работают сортировка с произвольным правилом сравнения, обработчики веб-запросов и таймеры.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Анонимная функция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БЕЗ ИМЕНИ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сохраняем в переменную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или вызываем сразу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"Выполнилось немедленно"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не пишется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func сразу идут круглые скобки с параметрами.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Скобки в конце запускают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() после тела означает немедленный вызов.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Живёт внутри функции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обычной, объявляется прямо в теле main.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пригодится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функция нужна ровно один раз и придумывать ей имя незачем: короткое правило сортировки, обработчик события, задача для запуска в отдельной горутине.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в роли аргумента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40080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ПЕРЕДАЁМ ПРАВИЛО ОБРАБОТКИ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998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 4 9]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1554480"/>
            <a:ext cx="41449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03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5803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19288" y="1769364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 — тоже функция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0376" y="2121408"/>
            <a:ext cx="3706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func(int) int описывает, что придёт на вход.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2615184"/>
            <a:ext cx="41449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037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19288" y="2830068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 задаётся снаружи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0376" y="3182112"/>
            <a:ext cx="3706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не знает, что именно она делает с числами.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3675888"/>
            <a:ext cx="41449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037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58037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19288" y="3890772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функция — много задач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0376" y="4242816"/>
            <a:ext cx="37060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Возведение в квадрат, удвоение, что угодно.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Функцию, которая принимает или возвращает другую функцию, называют функцией высшего порядка. Звучит сложно, но вы только что её написали.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ТЕМА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Замыкание: функция с памятью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next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next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Внутренняя функция помнит 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21408"/>
            <a:ext cx="41632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не исчезает после выхода из counter.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615184"/>
            <a:ext cx="46021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83006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Состояние живёт между вызовами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182112"/>
            <a:ext cx="41632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next() продолжает с того места, где остановился.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675888"/>
            <a:ext cx="46021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89077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свой счётчик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242816"/>
            <a:ext cx="41632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вызов counter() создаст независимую переменную.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функция, которая «захватила» переменные из места, где была создана, и продолжает ими пользоваться. Обычно локальная переменная умирает вместе с функцией — но если на неё ссылается возвращённая функция, Go сохранит её в памяти.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Замыкания и переменная цикла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ЛОВУШКА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(){}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НАДЁЖНОЕ РЕШЕНИЕ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своя копия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подвох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замыкания захватывают одну и ту же переменную i, а не её значение в момент создания. К моменту вызова цикл давно закончился — и в старых версиях Go вы получали 3 3 3 вместо 0 1 2.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Начиная с Go 1.22 переменная цикла создаётся заново на каждой итерации, и такой код работает как ожидается. Но приём с копией i := i всё ещё встречается в чужом коде — теперь вы знаете, зачем он там.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ТЕМА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Рекурсия: функция вызывает себя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Приём, при котором большая задача сводится к такой же, но меньшей.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ОТСЧЁТ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countdown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база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countdown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шаг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— условие остановки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31736" y="246888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Случай, при котором функция больше себя не вызывает.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293522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315468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315010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базы — переполнение стека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31736" y="348386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упадёт с ошибкой stack overflow.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12280" y="395020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416966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416509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приближает к базе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31736" y="449884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вызов должен упрощать задачу: n - 1.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памяти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вызов кладётся на стек и ждёт, пока завершится вложенный. Дойдя до базы, вызовы начинают сворачиваться в обратном порядке. Именно поэтому у рекурсии есть предел глубины — обычно несколько десятков тысяч вызовов.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ПРАКТИКА, ЗАДАЧА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Факториал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РЕКУРСИВНАЯ ВЕРСИЯ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1627632"/>
            <a:ext cx="4382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ЦИКЛОМ — ТО ЖЕ САМОЕ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22008" y="1883664"/>
            <a:ext cx="43827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23360"/>
          <a:ext cx="10817352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2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Вызов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 что разворачивается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factorial(4)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* factorial(3)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factorial(3)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* factorial(2)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factorial(2)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 factorial(1)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factorial(1)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база, разворот обратно: 1 * 2 * 3 * 4 =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ПРАКТИКА, ЗАДАЧА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Числа Фибоначчи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число — сумма двух предыдущих: 0, 1, 1, 2, 3, 5, 8, 13…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76072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 — КРАСИВО, НО МЕДЛЕННО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358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1920240"/>
            <a:ext cx="478505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2008" y="1993392"/>
            <a:ext cx="4382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ЦИКЛОМ — БЫСТРО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22008" y="2249424"/>
            <a:ext cx="43827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3434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471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рекурсивная версия так медленна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41832" y="4727448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fib(5) вызывает fib(4) и fib(3), те вызывают ещё по два — и одни и те же значения считаются заново десятки раз. Для n = 40 это уже больше двухсот миллионов вызовов и заметная пауза.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с циклом делает ровно n шагов и считает fib(90) мгновенно.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Запоминаем вычисленное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21792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 ПЛЮС 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8155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уже считали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memo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6936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Каждое число считается один раз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12140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запрос берётся из map мгновенно.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61518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3006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Знакомый приём v, ok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8211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самый, что разбирали на шестом занятии.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7588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077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Рекурсия остаётся читаемой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4281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почти не изменился, а скорость выросла в тысячи раз.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приём называется мемоизацией — сохранение результатов, чтобы не вычислять их повторно. Он работает для любой функции, которая на одинаковых аргументах всегда даёт одинаковый ответ.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Рекурсия или цикл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ЕСТЕСТВЕННО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Берём рекурсию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сама по себе рекурсивна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дерева или папок на диске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вложенных структур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получается заметно короче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834640"/>
          </a:xfrm>
          <a:prstGeom prst="roundRect">
            <a:avLst>
              <a:gd name="adj" fmla="val 193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37360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БОЛЬШИНСТВЕ СЛУЧАЕВ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1993392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Берём цикл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30188" y="2542032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перебор по списку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итераций — стек не резиновый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 скорость работы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Логику проще проследить глазами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ответ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Любую рекурсию можно переписать циклом, и наоборот. Выбирайте то, что понятнее читателю вашего кода. В Go, в отличие от некоторых языков, нет оптимизации хвостовой рекурсии — поэтому цикл здесь ещё и надёжнее.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9 — Замыкания и рекурсия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overflow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Рекурсия без базового случая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Добавить условие остановки в начало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Программа долго думает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Рекурсия пересчитывает одно и то же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Мемоизация через map или цикл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 замыкания дали один результат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Захвачена общая переменная цикла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Сделать копию: i := i внутри цикла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use f (func) as int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Перепутали функцию и её вызов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f — значение, f() — результат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отладки рекурсии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Печатайте аргумент в начале функции: fmt.Println("вызов с", n). Сразу видно последовательность вызовов и момент, где рекурсия не сворачивается.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</Words>
  <Application>Microsoft Macintosh PowerPoint</Application>
  <PresentationFormat>Широкоэкранный</PresentationFormat>
  <Paragraphs>308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9</dc:title>
  <dc:subject>PptxGenJS Presentation</dc:subject>
  <dc:creator>Курс Go с нуля</dc:creator>
  <cp:lastModifiedBy>Rabboni Bafoev</cp:lastModifiedBy>
  <cp:revision>2</cp:revision>
  <dcterms:created xsi:type="dcterms:W3CDTF">2026-08-23T04:40:02Z</dcterms:created>
  <dcterms:modified xsi:type="dcterms:W3CDTF">2026-09-11T13:50:20Z</dcterms:modified>
</cp:coreProperties>
</file>