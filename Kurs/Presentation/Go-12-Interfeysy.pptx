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830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типы, работающие по общим правилам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как список требований к поведению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Неявная реализация: без слова implements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интерфейс и приведение типов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интерфейс Shape для фигур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Последняя большая тема базового курса — и самая красивая идея в Go.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интерфейс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Проблема, которую он решает, на понятном примере.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объявить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методов и неявная реализация типами.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и проверка типа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интерфейс, type assertion и type switch.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 и прямоугольник считают площадь по единому правилу.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 два вида получателей, конструктор NewUser, композиция вместо наследования, встраивание и продвижение методов, метод String.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интерфейс описывает, что объект умеет делать, а не то, чем он является.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Проблема, которую решает интерфейс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ИНТЕРФЕЙСА — ФУНКЦИЯ НА КАЖДЫЙ ТИП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printCircleArea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Circle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printRectArea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если фигур станет десять?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ИНТЕРФЕЙСОМ — ОДНА ФУНКЦИЯ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Shape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printArea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не дублируется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" y="47183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функция обслуживает любое количество типов.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41148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Новый тип ничего не ломает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03394" y="47183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треугольник — старый код менять не нужно.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411480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3342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3296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 поведение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1533" y="471830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всё равно, что за фигура. Главное — она умеет Area().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Объявление интерфейса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ТРЕБОВАНИЙ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Perimeter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600200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6002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объявляем новый тип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2203704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203704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  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имя интерфейса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807208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807208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  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тип-интерфейс: набор методов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3410712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410712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Area() float64   </a:t>
            </a: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требование: такой метод обязан быть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977640"/>
            <a:ext cx="10820095" cy="1737360"/>
          </a:xfrm>
          <a:prstGeom prst="roundRect">
            <a:avLst>
              <a:gd name="adj" fmla="val 315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здесь важно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" y="4361688"/>
            <a:ext cx="1030803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не содержит данных и не пишет код — только перечисляет методы, которые обязан иметь тип. Никакой реализации внутри интерфейса нет: это чистый список требований.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Именовать интерфейсы принято по действию: Shape, Reader, Writer, Stringer. Суффикс -er в Go — почти правило.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ОСОБЕННОСТЬ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происходит сама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IMPLEMENTS НЕТ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Perimeter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Rect уже является Shape — ничего не пишем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Достаточно нужных методов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Area и Perimeter — значит, тип подходит под Shape.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69748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916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912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Связь не объявляется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26440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может не знать о существовании интерфейса.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88620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4105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410108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Проверяет компилятор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453128"/>
            <a:ext cx="40718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Забыли метод — ошибка появится при первой же попытке использовать тип как Shape.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удобно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можно описать уже после того, как типы написаны — даже для чужой библиотеки, которую вы не можете изменить. В языках с явной реализацией так сделать нельзя.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ИНТЕРФЕЙСОВ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срез — разные типы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ПОЛИМОРФИЗМ В ДЕЙСТВИИ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Circle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shapes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"%.2f\n"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15.00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12.57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Срез из интерфейса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[]Shape хранит любые типы, реализующие Shape.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96896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1635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11780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выбирается сам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63824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Rect вызовется Rect.Area, для Circle — Circle.Area.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85032"/>
            <a:ext cx="4327855" cy="960120"/>
          </a:xfrm>
          <a:prstGeom prst="roundRect">
            <a:avLst>
              <a:gd name="adj" fmla="val 5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90448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9916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Доступны только методы интерфейса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51960"/>
            <a:ext cx="3888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Shape нельзя обратиться к полю 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называют полиморфизмом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вызов s.Area() приводит к разным вычислениям в зависимости от того, что реально лежит в переменной. Программа выбирает нужный метод во время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в параметрах функции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ПРИНИМАЕТ ПОВЕДЕНИЕ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Shape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"площадь %.2f, периметр %.2f\n"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Требуем минимум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нужны два метода — их и просим.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Легко тестировать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подсунуть простую заглушку вместо реального типа.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Принимай интерфейс, возвращай структуру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Известное правило хорошего тона в Go.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меньше интерфейс, тем лучше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стандартной библиотеке самые популярные интерфейсы содержат один метод: Stringer требует String(), error требует Error(), Reader требует Read(). Маленький интерфейс легко реализовать, поэтому его используют чаще.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ОСОБЫЙ СЛУЧАЙ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Пустой интерфейс: any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НОЛЬ ТРЕБОВАНИЙ — ПОДХОДИТ ВСЁ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([]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— это interface{}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Псевдоним, появившийся в Go 1.18. Смысл одинаковый.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Требований нет — подходит любой тип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Пустому списку методов удовлетворяет всё.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теряются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функции вы не знаете, что именно пришло.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Пользуйтесь осторожно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интерфейс отключает главное преимущество Go — проверку типов на этапе компиляции. Ошибки, которые компилятор поймал бы сразу, всплывут уже во время работы программы.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Применяйте any там, где тип действительно заранее неизвестен: разбор JSON, логирование, функции вроде fmt.Println. Во всех остальных случаях указывайте конкретный тип или узкий интерфейс.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ПРИВЕДЕНИЕ ТИПА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Достаём конкретный тип обратно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ASSERTION С ПРОВЕРКОЙ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.(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привет true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.(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false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ПРОВЕРКИ — ОПАСНО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.(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panic: interface conversion: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interface {} is string, not 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Знакомый приём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с двумя значениями v, ok — та же самая, что при проверке ключа в map на шестом занятии. Если тип не совпал, ok будет false, а программа продолжит работу.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с одним значением при несовпадении вызывает панику и останавливает программу. Используйте её только тогда, когда абсолютно уверены в типе.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ВАРИАНТОВ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switch: выбор по типу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ПО ТИПУ ЗНАЧЕНИЯ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.(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"целое:"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"строка длиной"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"логическое:"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"неизвестный тип"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6936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Ключевое слово type в скобках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12140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v.(type) допускается только внутри switch.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1518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3006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уже нужного типа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8211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ветке int переменная x — целое число, приводить не надо.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7588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077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ловит остальное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4281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на случай неожиданного типа.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это встречается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данных неизвестной структуры, обработка ответов внешних сервисов, универсальные функции логирования. Если type switch появляется в вашем коде часто — возможно, стоит завести обычный интерфейс.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интерфейс Shape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всё занятие в одну программу: интерфейс, два типа, общая обработка.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Shape: Area и Perimeter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Rect с шириной и высотой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Circle с радиусом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фигур и вывод характеристик каждой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подсчёта суммарной площади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метода, оба возвращают float64.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структуры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Rect{W, H} и Circle{R}.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два на каждый тип, получатель-значение.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функция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 []Shape и складывает площади.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пи лежит в пакете math: math.Pi. Не забудьте добавить его в импорты.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и две фигуры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4297680"/>
          </a:xfrm>
          <a:prstGeom prst="roundRect">
            <a:avLst>
              <a:gd name="adj" fmla="val 127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И ИХ МЕТОДЫ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Perimeter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Rect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Rect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Perimeter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Circle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Circle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Circle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Perimeter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 слова о Shape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7568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просто имеют нужные методы.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6946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8434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Короткие методы в одну строку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3639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пишут, когда тело помещается целиком.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3016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4505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W, H float64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19709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 одного типа перечисляются через запятую.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4690872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4616" y="491032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6" name="Text 24"/>
          <p:cNvSpPr/>
          <p:nvPr/>
        </p:nvSpPr>
        <p:spPr>
          <a:xfrm>
            <a:off x="7214616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53528" y="4905756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math.Pi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14616" y="5257800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Константа из стандартной библиотеки.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РАЗБОР, ЧАСТЬ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Общая обработка фигур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4114800"/>
          </a:xfrm>
          <a:prstGeom prst="roundRect">
            <a:avLst>
              <a:gd name="adj" fmla="val 133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И MAIN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shapes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Circle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shapes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"%-12T S=%.2f\n"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"Всего: %.2f\n"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totalArea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</a:t>
            </a: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ts val="1491"/>
              </a:lnSpc>
              <a:buNone/>
            </a:pPr>
            <a:r>
              <a:rPr lang="en-US" sz="10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1554480"/>
          </a:xfrm>
          <a:prstGeom prst="roundRect">
            <a:avLst>
              <a:gd name="adj" fmla="val 35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1581912"/>
            <a:ext cx="4108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96328" y="1837944"/>
            <a:ext cx="41083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   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15.00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16.00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 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12.57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12.57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Всего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27.57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3200400"/>
            <a:ext cx="451073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3328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Глагол %T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51192" y="3584448"/>
            <a:ext cx="399867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Печатает настоящий тип значения, спрятанного за интерфейсом. Удобно для отладки: сразу видно, что именно лежит в переменной.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95160" y="4709160"/>
            <a:ext cx="451073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получили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51192" y="5093208"/>
            <a:ext cx="399867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totalArea заработает и с треугольником — если у него есть Area().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интерфейсами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12 — Интерфейсы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 not implement Shape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У типа нет одного из методов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Сверить сигнатуры до символа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has pointer receiver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Методы у *Rect, а кладёте Rect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Класть &amp;Rect{} или сменить получателя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conversion: panic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Приведение к неверному типу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Использовать форму v, ok := x.(T)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s.W undefined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Через интерфейс поля недоступны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метод-геттер или привести тип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частая из них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Вторая. Если хотя бы один метод объявлен с получателем-указателем, интерфейс реализует только *Rect, но не Rect. Ещё один довод в пользу единообразия получателей внутри одного типа.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2004</Words>
  <Application>Microsoft Macintosh PowerPoint</Application>
  <PresentationFormat>Широкоэкранный</PresentationFormat>
  <Paragraphs>352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12</dc:title>
  <dc:subject>PptxGenJS Presentation</dc:subject>
  <dc:creator>Курс Go с нуля</dc:creator>
  <cp:lastModifiedBy>Rabboni Bafoev</cp:lastModifiedBy>
  <cp:revision>2</cp:revision>
  <dcterms:created xsi:type="dcterms:W3CDTF">2026-08-23T04:44:54Z</dcterms:created>
  <dcterms:modified xsi:type="dcterms:W3CDTF">2026-09-18T15:48:49Z</dcterms:modified>
</cp:coreProperties>
</file>