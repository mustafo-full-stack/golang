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2" d="100"/>
          <a:sy n="112" d="100"/>
        </p:scale>
        <p:origin x="144" y="-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756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Базы данных и SQL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знакомство: язык запросов, PostgreSQL и подключение из Go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нужна база данных и как она устроена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UPDATE, DELETE с нуля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PostgreSQL и первые запросы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список пользователей из таблицы в Go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22 — SQL и подключение к БД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Начинаем блок про хранение данных. Опыт с SQL не требуется — идём с нуля.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22 — SQL и подключение к БД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БД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файла недостаточно и что такое таблица.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Язык SQL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главных команды и условия отбора.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Установка, консоль psql, создание базы и таблицы.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и БД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database/sql, драйвер, пул соединений, первый запрос.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HTTP-сервер, обработчики и маршруты с методами, порядок Header → WriteHeader → Encode, middleware, таймауты сервера.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база данных — это не «сложная тема для сеньоров», а обычный инструмент хранения.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не хватает файла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22 — SQL и подключение к БД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50028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19072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 ТАК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41832" y="1956816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JSON-файл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60120" y="2487168"/>
            <a:ext cx="47013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найти одну запись, читаем весь файл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процесса пишут одновременно — данные портятся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проверок: можно записать что угодно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во время записи — файл повреждён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1554480"/>
            <a:ext cx="5250028" cy="2743200"/>
          </a:xfrm>
          <a:prstGeom prst="roundRect">
            <a:avLst>
              <a:gd name="adj" fmla="val 2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1900" y="1719072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11900" y="1956816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 данных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30188" y="2487168"/>
            <a:ext cx="47013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нужное среди миллионов записей мгновенно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клиентов работают одновременно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Типы, обязательные поля, уникальность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Транзакции: либо всё, либо ничего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480560"/>
            <a:ext cx="10820095" cy="1234440"/>
          </a:xfrm>
          <a:prstGeom prst="roundRect">
            <a:avLst>
              <a:gd name="adj" fmla="val 444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6085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Реляционная база в двух словах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41832" y="4864608"/>
            <a:ext cx="10308031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хранятся в таблицах: строки — это записи, столбцы — их свойства. Таблицы связаны между собой по идентификаторам: у заказа есть ссылка на покупателя, у покупателя — на город.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и MySQL — две самые популярные такие базы. Работать с ними будем на языке SQL, и он практически одинаков для обеих.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устроена таблица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22 — SQL и подключение к БД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400800" cy="210312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USERS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9984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name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email   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----+----------+------------------+------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Аня  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anya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 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Иван 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ivan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 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Мария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maria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60920" y="1289304"/>
            <a:ext cx="41449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03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5803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19288" y="1769364"/>
            <a:ext cx="32671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Строка — одна запись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0376" y="2103120"/>
            <a:ext cx="3706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пользователь, один заказ, один товар.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60920" y="2569464"/>
            <a:ext cx="41449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03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5803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19288" y="2784348"/>
            <a:ext cx="32671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Столбец — свойство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0376" y="3118104"/>
            <a:ext cx="3706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свой тип: текст, число, дата.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60920" y="3584448"/>
            <a:ext cx="41449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03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5803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19288" y="3799332"/>
            <a:ext cx="32671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Первичный ключ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0376" y="4133088"/>
            <a:ext cx="37060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Столбец id уникально определяет строку.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7160" y="4599432"/>
            <a:ext cx="10820095" cy="1874520"/>
          </a:xfrm>
          <a:prstGeom prst="roundRect">
            <a:avLst>
              <a:gd name="adj" fmla="val 292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3913632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СОЗДАЁМ ТАКУЮ ТАБЛИЦУ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6968" y="4169664"/>
            <a:ext cx="1041775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users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SERIAL PRIMARY KEY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автоинкремент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TEXT NOT NULL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обязательное поле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TEXT UNIQUE NOT NULL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не должно повторяться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   INT CHECK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проверка значения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ДАННЫХ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— главная команда SQL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22 — SQL и подключение к БД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12648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72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ПРОСТОГО К ПОЛЕЗНОМУ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724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users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 FROM users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users WHERE age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users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name LIKE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'А%'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age DESC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508760"/>
          <a:ext cx="4142232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какие столбцы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 какой таблицы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условие отбора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 BY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сортировка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сколько строк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с первого дня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пишите SELECT * в коде приложения. Перечисляйте нужные столбцы явно: так вы не сломаетесь, когда в таблицу добавят новое поле, и не потянете по сети лишние данные.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INSERT, UPDATE, DELETE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22 — SQL и подключение к БД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12648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72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КОМАНДЫ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724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users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'Пётр'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'petr@mail.ru'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users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age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users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86600" y="1508760"/>
            <a:ext cx="441929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06056" y="172821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1" name="Text 9"/>
          <p:cNvSpPr/>
          <p:nvPr/>
        </p:nvSpPr>
        <p:spPr>
          <a:xfrm>
            <a:off x="730605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44968" y="1723644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указывать не нужно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06056" y="2075688"/>
            <a:ext cx="39803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присвоит его автоматически.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0" y="2697480"/>
            <a:ext cx="441929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6056" y="291693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6" name="Text 14"/>
          <p:cNvSpPr/>
          <p:nvPr/>
        </p:nvSpPr>
        <p:spPr>
          <a:xfrm>
            <a:off x="7306056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44968" y="2912364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обязателен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06056" y="3264408"/>
            <a:ext cx="39803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без него изменит все строки таблицы. DELETE — удалит все.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3886200"/>
            <a:ext cx="441929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06056" y="410565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21" name="Text 19"/>
          <p:cNvSpPr/>
          <p:nvPr/>
        </p:nvSpPr>
        <p:spPr>
          <a:xfrm>
            <a:off x="7306056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44968" y="4101084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в PostgreSQL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06056" y="4453128"/>
            <a:ext cx="39803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RETURNING id — и получите созданный идентификатор.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Правило, которое спасёт вам нервы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выполнять UPDATE или DELETE, замените начало команды на SELECT * и посмотрите, какие строки попадут под условие. Один раз потратив пять секунд, вы не удалите всю таблицу пользователей на боевом сервере.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Ставим PostgreSQL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22 — SQL и подключение к БД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3423818" cy="150876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17693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Установить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05256" y="2157984"/>
            <a:ext cx="298490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и macOS: установщик с postgresql.org. Linux: пакет из репозитория.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3938" y="1554480"/>
            <a:ext cx="3423818" cy="150876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3394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3" name="Text 11"/>
          <p:cNvSpPr/>
          <p:nvPr/>
        </p:nvSpPr>
        <p:spPr>
          <a:xfrm>
            <a:off x="4603394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2306" y="17693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Проверить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03394" y="2157984"/>
            <a:ext cx="298490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psql --version в терминале должна показать номер версии.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2077" y="1554480"/>
            <a:ext cx="3423818" cy="150876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1533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8" name="Text 16"/>
          <p:cNvSpPr/>
          <p:nvPr/>
        </p:nvSpPr>
        <p:spPr>
          <a:xfrm>
            <a:off x="8301533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40445" y="17693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Создать базу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01533" y="2157984"/>
            <a:ext cx="298490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Подключиться и выполнить CREATE DATABASE.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337560"/>
            <a:ext cx="5852160" cy="1737360"/>
          </a:xfrm>
          <a:prstGeom prst="roundRect">
            <a:avLst>
              <a:gd name="adj" fmla="val 315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41071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 PSQL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6968" y="3666744"/>
            <a:ext cx="5449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psql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postgres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shop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shop    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переключиться на базу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       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список таблиц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      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выход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3337560"/>
            <a:ext cx="4693615" cy="1737360"/>
          </a:xfrm>
          <a:prstGeom prst="roundRect">
            <a:avLst>
              <a:gd name="adj" fmla="val 3158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68312" y="34655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 для тех, у кого не ставится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68312" y="3721608"/>
            <a:ext cx="418155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одна команда docker run -e POSTGRES_PASSWORD=secret -p 5432:5432 postgres поднимет базу в контейнере. Ничего не устанавливается в систему, удаляется тоже одной командой.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6968" y="5312664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наглядной работы с таблицами удобны графические клиенты: pgAdmin, DBeaver, TablePlus. На занятии достаточно psql.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И БАЗА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Пакет database/sql и драйвер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22 — SQL и подключение к БД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309360" cy="2926080"/>
          </a:xfrm>
          <a:prstGeom prst="roundRect">
            <a:avLst>
              <a:gd name="adj" fmla="val 187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9070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"database/sql"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"github.com/lib/pq"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драйвер, только init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dsn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"postgres://user:pass@localhost:5432/shop?sslmode=disable"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"postgres"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dsn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69480" y="1508760"/>
            <a:ext cx="423641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893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48893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27848" y="1723644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database/sql — общий интерфейс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88936" y="2075688"/>
            <a:ext cx="3797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не умеет работать ни с одной базой сам.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2596896"/>
            <a:ext cx="423641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8936" y="281635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488936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27848" y="2811780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Драйвер подключается пустым импортом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88936" y="3163824"/>
            <a:ext cx="3797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самый _ с четырнадцатого занятия.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3685032"/>
            <a:ext cx="423641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390448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488936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27848" y="3899916"/>
            <a:ext cx="335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Меняя базу, меняем драйвер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88936" y="4251960"/>
            <a:ext cx="3797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запросов при этом почти не трогаем.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строку подключения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Пароль в коде — плохая практика. Уже сейчас приучайтесь брать его из переменной окружения: os.Getenv("DATABASE_URL"). Иначе однажды пароль от боевой базы уедет в публичный репозиторий.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КОРНЕР-КЕЙС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sql.Open не подключается к базе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22 — SQL и подключение к БД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НЕТ, А БАЗА НЕДОСТУПНА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"postgres"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dsn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база выключена, а err == nil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ЧЕРЕЗ PING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"база недоступна: 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"подключение установлено"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10820095" cy="1874520"/>
          </a:xfrm>
          <a:prstGeom prst="roundRect">
            <a:avLst>
              <a:gd name="adj" fmla="val 292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968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на самом деле делает Open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224528"/>
            <a:ext cx="103080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только готовит объект и проверяет строку подключения на синтаксис. Настоящее соединение открывается лениво — при первом запросе. Поэтому ошибка «нет такой базы» или «неверный пароль» вылезет не при старте, а посреди работы, в самом неожиданном месте.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сразу после Open вызывайте Ping. Тогда приложение честно не запустится, если база недоступна, — это гораздо лучше, чем упасть через час.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— это не соединение, а пул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22 — SQL и подключение к БД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ПУЛА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SetMaxOpenConns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всего соединений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SetMaxIdleConns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держим наготове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SetConnMaxLifetime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обновляем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объект db на всё приложение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23176" y="2139696"/>
            <a:ext cx="41632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Создаём в main и передаём дальше. Не открываем в каждом обработчике.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798064"/>
            <a:ext cx="460217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30175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30129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Безопасен для горутин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23176" y="3383280"/>
            <a:ext cx="41632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Тысяча запросов будет аккуратно обслужена пулом.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4041648"/>
            <a:ext cx="460217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42611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42565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Лимит нужен обязательно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23176" y="4626864"/>
            <a:ext cx="41632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самой базы есть предел соединений — обычно около сотни.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Типичная авария на проде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без настроенного лимита под нагрузкой открывает сотни соединений. PostgreSQL упирается в свой max_connections и начинает отвечать «too many clients» — причём всем приложениям сразу, включая соседние сервисы.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подбирают по формуле «сколько запросов реально выполняется параллельно», а не «побольше на всякий случай». Для типового сервиса 20–30 соединений более чем достаточно.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ВЫПОЛНЕНИЕ ЗАПРОСОВ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строка или много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22 — SQL и подключение к БД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6035040" cy="210312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СТРОКА — QUERYROW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632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QueryRow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name FROM users WHERE id = $1"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ErrNoRows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такой записи нет — это не сбой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3703320"/>
            <a:ext cx="6035040" cy="2011680"/>
          </a:xfrm>
          <a:prstGeom prst="roundRect">
            <a:avLst>
              <a:gd name="adj" fmla="val 272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77647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СТРОК — QUERY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86968" y="4032504"/>
            <a:ext cx="5632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id, name FROM users"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 User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95160" y="1463040"/>
            <a:ext cx="4510735" cy="1005840"/>
          </a:xfrm>
          <a:prstGeom prst="roundRect">
            <a:avLst>
              <a:gd name="adj" fmla="val 545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14616" y="16824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7214616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53528" y="167792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принимает адреса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14616" y="2029968"/>
            <a:ext cx="4071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&amp;name, &amp;u.ID — как в fmt.Scan.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2606040"/>
            <a:ext cx="4510735" cy="1005840"/>
          </a:xfrm>
          <a:prstGeom prst="roundRect">
            <a:avLst>
              <a:gd name="adj" fmla="val 545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14616" y="28254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7214616" y="2825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53528" y="282092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sql.ErrNoRows не ошибка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14616" y="3172968"/>
            <a:ext cx="4071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нормальный ответ «ничего не нашлось».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95160" y="3749040"/>
            <a:ext cx="4510735" cy="1005840"/>
          </a:xfrm>
          <a:prstGeom prst="roundRect">
            <a:avLst>
              <a:gd name="adj" fmla="val 545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14616" y="39684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7214616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53528" y="396392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 rows.Close()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214616" y="4315968"/>
            <a:ext cx="4071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соединение не вернётся в пул.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95160" y="4892040"/>
            <a:ext cx="4510735" cy="1005840"/>
          </a:xfrm>
          <a:prstGeom prst="roundRect">
            <a:avLst>
              <a:gd name="adj" fmla="val 545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14616" y="51114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9" name="Text 27"/>
          <p:cNvSpPr/>
          <p:nvPr/>
        </p:nvSpPr>
        <p:spPr>
          <a:xfrm>
            <a:off x="7214616" y="5111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53528" y="510692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Проверяйте rows.Err()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214616" y="5458968"/>
            <a:ext cx="4071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может оборваться из-за сбоя, а не по концу данных.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Никогда не склеивайте запрос строками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22 — SQL и подключение к БД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SQL-ИНЪЕКЦИЯ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users WHERE name = '"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"'"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?name=x' OR '1'='1  → вернёт всю таблицу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?name=x'; DROP TABLE users;-- → таблицы больше нет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4888" y="1627632"/>
            <a:ext cx="4199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ПЛЕЙСХОЛДЕРЫ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04888" y="1883664"/>
            <a:ext cx="41998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users WHERE name = $1"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PostgreSQL: $1, $2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MySQL и SQLite: 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работает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использовании плейсхолдеров запрос и данные передаются базе раздельно. Драйвер не подставляет текст в строку — база получает готовый шаблон и отдельно значения. Что бы пользователь ни прислал, это останется данными и никогда не станет частью команды.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«дополнительная мера безопасности», а единственный правильный способ передавать значения в запрос. Исключений нет.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список пользователей из базы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22 — SQL и подключение к БД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349240" cy="3429000"/>
          </a:xfrm>
          <a:prstGeom prst="roundRect">
            <a:avLst>
              <a:gd name="adj" fmla="val 16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4946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И ЗАПРОС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49469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</a:t>
            </a:r>
            <a:r>
              <a:rPr lang="en-US" sz="10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</a:t>
            </a:r>
            <a:r>
              <a:rPr lang="en-US" sz="10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</a:t>
            </a:r>
            <a:r>
              <a:rPr lang="en-US" sz="10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listUsers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FROM users ORDER BY id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"запрос: %w"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196535" cy="3429000"/>
          </a:xfrm>
          <a:prstGeom prst="roundRect">
            <a:avLst>
              <a:gd name="adj" fmla="val 16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36192"/>
            <a:ext cx="47941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ОБХОД РЕЗУЛЬТАТА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10528" y="1792224"/>
            <a:ext cx="4794199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 User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"чтение строки: %w"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users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"обход: %w"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5074920"/>
            <a:ext cx="2513000" cy="777240"/>
          </a:xfrm>
          <a:prstGeom prst="roundRect">
            <a:avLst>
              <a:gd name="adj" fmla="val 705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52943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528980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как в SELECT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5256" y="5605272"/>
            <a:ext cx="20740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значения перепутаются.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54832" y="5074920"/>
            <a:ext cx="2513000" cy="777240"/>
          </a:xfrm>
          <a:prstGeom prst="roundRect">
            <a:avLst>
              <a:gd name="adj" fmla="val 705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74288" y="52943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3674288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3200" y="528980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Столбцы явно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74288" y="5605272"/>
            <a:ext cx="20740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сломается позже.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23864" y="5074920"/>
            <a:ext cx="2513000" cy="777240"/>
          </a:xfrm>
          <a:prstGeom prst="roundRect">
            <a:avLst>
              <a:gd name="adj" fmla="val 705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3320" y="52943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644332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82232" y="528980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проверки ошибок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43320" y="5605272"/>
            <a:ext cx="20740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Запрос, строка, обход.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92895" y="5074920"/>
            <a:ext cx="2513000" cy="777240"/>
          </a:xfrm>
          <a:prstGeom prst="roundRect">
            <a:avLst>
              <a:gd name="adj" fmla="val 705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12351" y="52943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9" name="Text 27"/>
          <p:cNvSpPr/>
          <p:nvPr/>
        </p:nvSpPr>
        <p:spPr>
          <a:xfrm>
            <a:off x="9212351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51263" y="528980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приходит извне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212351" y="5605272"/>
            <a:ext cx="20740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не открывает соединение.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при работе с БД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22 — SQL и подключение к БД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sql: unknown driver "postgres"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Драйвер не импортирован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Добавить _ "github.com/lib/pq"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sql: no rows in result 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QueryRow не нашёл запись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Это не сбой: ловить errors.Is(sql.ErrNoRows)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many clients already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Пул не ограничен или rows не закрываются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SetMaxOpenConns и defer rows.Close()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Scan: expected 3 destination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Число полей в Scan не совпало с SELECT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Сверить список столбцов и аргументы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значения NULL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Пустое значение в базе нельзя записать в обычную строку — Scan вернёт ошибку. Для таких столбцов используйте sql.NullString, sql.NullInt64 или указатель *string. Лучший вариант — проектировать таблицы с NOT NULL везде, где это возможно.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2250</Words>
  <Application>Microsoft Macintosh PowerPoint</Application>
  <PresentationFormat>Широкоэкранный</PresentationFormat>
  <Paragraphs>360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22</dc:title>
  <dc:subject>PptxGenJS Presentation</dc:subject>
  <dc:creator>Курс Go с нуля</dc:creator>
  <cp:lastModifiedBy>Rabboni Bafoev</cp:lastModifiedBy>
  <cp:revision>3</cp:revision>
  <dcterms:created xsi:type="dcterms:W3CDTF">2026-08-23T09:44:57Z</dcterms:created>
  <dcterms:modified xsi:type="dcterms:W3CDTF">2026-10-12T16:01:43Z</dcterms:modified>
</cp:coreProperties>
</file>