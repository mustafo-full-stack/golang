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>
        <p:scale>
          <a:sx n="176" d="100"/>
          <a:sy n="176" d="100"/>
        </p:scale>
        <p:origin x="-280" y="-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60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Обработка ошибок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 Go нет исключений и как устроен error на самом деле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— это обычный интерфейс с одним методом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своих ошибок: от errors.New до своего типа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Обёртывание через %w, errors.Is и errors.As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деление с проверкой и разбор корнер-кейсов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Тема, которая отличает работающий код от кода, которому можно доверять.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error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Интерфейс, а не магия. Разберём его определение целиком.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Свои ошибки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errors.New, fmt.Errorf, сторожевые ошибки и свой тип.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Цепочки ошибок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Обёртывание %w, проверка через errors.Is и errors.As.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Тонкости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panic, recover и знаменитая ловушка с nil-интерфейсом.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как список методов, неявная реализация, полиморфизм через []Shape, пустой интерфейс any, type assertion и type switch.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ошибка в Go — это обычное значение, которое возвращают, передают и проверяют.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ФИЛОСОФИЯ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в Go нет try-catch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ЗНАКОМО ПО ДРУГИМ ЯЗЫКАМ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9926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doB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где именно упало?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50815" cy="2148840"/>
          </a:xfrm>
          <a:prstGeom prst="roundRect">
            <a:avLst>
              <a:gd name="adj" fmla="val 255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2763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 GO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56248" y="1883664"/>
            <a:ext cx="474847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doB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1513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14680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видна в сигнатуре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" y="453542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Читая функцию, вы сразу знаете, может ли она сломаться.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3938" y="393192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1513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14680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невидимых переходов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03394" y="453542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не улетает через десять кадров стека.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2077" y="393192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1513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14680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Плата — многословность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01533" y="453542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Проверок много, и это осознанный компромисс языка.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257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Знаменитая шутка сообщества: «Go-разработчик пишет if err != nil чаще, чем комментарии». Но зато никто не удивляется падению в проде.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КАПОТОМ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— это интерфейс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ОПРЕДЕЛЕНИЕ ЦЕЛИКОМ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358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029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694029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79208" y="1769364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метод — и всё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0296" y="2103120"/>
            <a:ext cx="43461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тип с методом Error() string является ошибкой.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2569464"/>
            <a:ext cx="478505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029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694029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79208" y="2784348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 означает успех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0296" y="3118104"/>
            <a:ext cx="43461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интерфейс без значения — признак, что всё прошло хорошо.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3584448"/>
            <a:ext cx="478505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029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9208" y="3799332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Ошибку можно расширять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0296" y="4133088"/>
            <a:ext cx="43461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тип может нести код, поле, время — что угодно.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3931920"/>
            <a:ext cx="5760720" cy="178308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00507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ОШИБКОЙ МОЖЕТ БЫТЬ ЛЮБОЙ ТИП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6968" y="4261104"/>
            <a:ext cx="5358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MyError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Code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MyError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"код %d"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20840" y="3931920"/>
            <a:ext cx="4785055" cy="1783080"/>
          </a:xfrm>
          <a:prstGeom prst="roundRect">
            <a:avLst>
              <a:gd name="adj" fmla="val 307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40599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для практики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76872" y="4315968"/>
            <a:ext cx="4272991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error — обычный интерфейс, ошибки можно складывать в срезы, класть в структуры, сравнивать и приводить к конкретному типу. Никакого особого механизма в языке для них не предусмотрено.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способа сделать ошибку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30936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ПРОСТОГО К СЛОЖНОМУ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9070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Простой текст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"файл не найден"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С подстановкой значений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"пользователь %d не найден"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Сторожевая ошибка — объявлена один раз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ErrNotFound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"не найдено"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ErrNotFound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554480"/>
          <a:ext cx="4233672" cy="20116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errors.New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разовая ошибка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fmt.Errorf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нужны детали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 Err…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вызывающий будет проверять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75488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882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Соглашение об именах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513892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Сторожевые ошибки называют с приставки Err: ErrNotFound, ErrTimeout. Так делает и стандартная библиотека — os.ErrNotExist, sql.ErrNoRows. Текст ошибки пишут со строчной буквы и без точки в конце: он часто попадает в середину другого сообщения.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Обёртывание ошибок: глагол %w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ДОБАВЛЯЕМ КОНТЕКСТ НА КАЖДОМ УРОВНЕ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readConfig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"чтение конфига: %w"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открытие /etc/app.yml: чтение конфига: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 /etc/app.yml: no such file or directory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%w сохраняет исходную ошибку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75688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%v, который превращает её в простой текст.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69464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78434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Получается цепочка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36392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уровень дописывает, что он пытался сделать.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30168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4505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 без дублирования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197096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пишите «ошибка» — это и так ошибка. Пишите действие.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хорошего тона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Обернули ошибку — не логируйте её тут же. Иначе одна проблема попадёт в лог пять раз с разных уровней. Логирует тот, кто ошибку окончательно обработал, обычно самый верхний слой программы.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errors.Is — сравнение по цепочке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СРАВНИВАТЬ НЕЛЬЗЯ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readConfig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"app.yml"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ErrNotExist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никогда не сработает: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ошибка обёрнута в другую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ErrNotExist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"создаём файл заново"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errors.Is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разворачивает цепочку обёрток и сравнивает с целевой ошибкой на каждом уровне. Даже если ошибку обернули пять раз, errors.Is найдёт исходную.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в современном Go оператор == для ошибок практически не используют: любая обёртка по пути сломает такое сравнение. Привыкайте сразу писать errors.Is.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ПРОДВИНУТОЕ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тип ошибки и errors.As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217920" cy="3200400"/>
          </a:xfrm>
          <a:prstGeom prst="roundRect">
            <a:avLst>
              <a:gd name="adj" fmla="val 1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С ДОПОЛНИТЕЛЬНЫМИ ДАННЫМИ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815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ValidationError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 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ValidationError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"поле %s: %s"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проверяем и достаём детали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ValidationError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"проблемное поле:"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78040" y="1463040"/>
            <a:ext cx="432785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682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67792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сравнивает значение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1993392"/>
            <a:ext cx="38889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«Это именно та самая ошибка?»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8040" y="2377440"/>
            <a:ext cx="432785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5968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59232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проверяет тип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2907792"/>
            <a:ext cx="38889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«Есть ли в цепочке ошибка такого типа?»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78040" y="3291840"/>
            <a:ext cx="432785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5112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50672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принимает указатель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3822192"/>
            <a:ext cx="38889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&amp;vErr — туда будет записан найденный результат.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78040" y="4206240"/>
            <a:ext cx="432785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7496" y="4425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7397496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36408" y="442112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Доступны поля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97496" y="4736592"/>
            <a:ext cx="38889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вернуть клиенту имя поля и понятный текст.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4846320"/>
            <a:ext cx="10820095" cy="86868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пример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1832" y="5230368"/>
            <a:ext cx="1030803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HTTP-обработчик ловит ValidationError и отвечает кодом 400 с именем поля, а на любую другую ошибку отдаёт 500. Тип ошибки определяет реакцию системы.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nil, которая не равна nil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3017520"/>
          </a:xfrm>
          <a:prstGeom prst="roundRect">
            <a:avLst>
              <a:gd name="adj" fmla="val 1818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ЛОВУШКА GO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doWork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MyError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указатель равен nil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    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но возвращаем как error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doWork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"сюда мы попадём!"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— это пара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75688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и значение. Здесь тип есть, значение nil.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569464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788920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78434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 == nil только если оба пусты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136392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*MyError делает интерфейс непустым.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630168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849624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84505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избежать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197096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Возвращайте явный nil, а не переменную конкретного типа.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78231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6968" y="5038344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somethingWrong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MyError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именно так, а не переменной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КРАЙНИЕ МЕРЫ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 и recover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ПЕРЕХВАТ ПАНИКИ ЧЕРЕЗ DEFER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safeRun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recover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"восстановились:"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panic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"что-то пошло совсем не так"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 останавливает программу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57400"/>
            <a:ext cx="40718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Разворачивает стек и завершает процесс.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468880"/>
            <a:ext cx="451073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68833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68376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работает только в defer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017520"/>
            <a:ext cx="40718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любом другом месте вернёт nil.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429000"/>
            <a:ext cx="451073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6484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64388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не замена error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3977640"/>
            <a:ext cx="40718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Панику используют при неустранимых сбоях, а не в бизнес-логике.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343400"/>
            <a:ext cx="10820095" cy="1371600"/>
          </a:xfrm>
          <a:prstGeom prst="roundRect">
            <a:avLst>
              <a:gd name="adj" fmla="val 4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471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паника оправдана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727448"/>
            <a:ext cx="1030803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Реальных случаев немного: невозможность инициализации при старте программы (нет обязательного конфига), явная ошибка программиста (например, обращение по неверному индексу) и защитный recover на верхнем уровне HTTP-сервера, чтобы один упавший запрос не уронил весь сервис.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всех остальных ситуациях возвращайте error. Библиотека, которая паникует вместо возврата ошибки, считается плохо спроектированной.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КОД-РЕВЬЮ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не надо обрабатывать ошибки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err != nil { 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плохо: Пустая проверка — ошибка молча теряется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надо: Вернуть, обработать или хотя бы залогировать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result, _ := doWork()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плохо: Игнорирование без объяснения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надо: Игнорировать только осознанно и с комментарием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log.Println(err); return err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плохо: Один сбой попадёт в лог многократно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надо: Логирует только верхний уровень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errors.New(err.Error())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плохо: Цепочка обрывается, errors.Is перестаёт работать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надо: fmt.Errorf("контекст: %w", err)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правило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ошибку обрабатывают ровно один раз. Обработать — значит либо разобраться с ней здесь, либо вернуть наверх с контекстом. Оба действия одновременно — уже дублирование.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деление с проверкой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функция, на которой видно всё, что мы сегодня разобрали.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divide(a, b float64) (float64, error)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Сторожевая ошибка ErrDivByZero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Обернуть её контекстом в вызывающей функции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через errors.Is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тип ошибки с полями операции и аргументов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ErrDivByZero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Объявляем на уровне пакета.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0, ErrDivByZero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Возвращаем при b == 0.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fmt.Errorf с %w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Добавляем контекст выше по стеку.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errors.Is в main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Реагируем на конкретный случай.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Заметка на будущее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на ноль для float64 в Go не паникует — оно даёт +Inf. Паникует только целочисленное деление.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три уровня работы с ошибкой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13 — Обработка ошибок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943600" cy="3611880"/>
          </a:xfrm>
          <a:prstGeom prst="roundRect">
            <a:avLst>
              <a:gd name="adj" fmla="val 151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НИЖНИЙ И СРЕДНИЙ УРОВЕНЬ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5412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ErrDivByZero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"деление на ноль"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ErrDivByZero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calcAverage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"расчёт среднего: %w"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0217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53619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ВЕРХНИЙ УРОВЕНЬ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04888" y="1792224"/>
            <a:ext cx="41998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calcAverage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ErrDivByZero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"список пуст"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3931920"/>
            <a:ext cx="4602175" cy="1508760"/>
          </a:xfrm>
          <a:prstGeom prst="roundRect">
            <a:avLst>
              <a:gd name="adj" fmla="val 363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40599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ответственности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59752" y="4315968"/>
            <a:ext cx="4090111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знает только факт: делить нельзя. calcAverage добавляет контекст. main решает, что с этим делать.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257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не порвалась: errors.Is находит исходную ошибку сквозь обёртку, добавленную средним уровнем.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1937</Words>
  <Application>Microsoft Macintosh PowerPoint</Application>
  <PresentationFormat>Широкоэкранный</PresentationFormat>
  <Paragraphs>329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13</dc:title>
  <dc:subject>PptxGenJS Presentation</dc:subject>
  <dc:creator>Курс Go с нуля</dc:creator>
  <cp:lastModifiedBy>Rabboni Bafoev</cp:lastModifiedBy>
  <cp:revision>2</cp:revision>
  <dcterms:created xsi:type="dcterms:W3CDTF">2026-08-23T04:54:18Z</dcterms:created>
  <dcterms:modified xsi:type="dcterms:W3CDTF">2026-09-21T13:42:36Z</dcterms:modified>
</cp:coreProperties>
</file>