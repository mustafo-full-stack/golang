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978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Объединяем разные данные в одну осмысленную сущность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 собственного типа через struct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доступ к полям, изменение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копируются: значение и указатель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Вложенные структуры и встраивание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хранит много однотипных значений. Структура — разные значения об одном объекте.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Объявление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User struct — создаём собственный тип данных.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Создание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способа получить экземпляр и заполнить поля.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Копирование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структура ведёт себя как массив, а не как срез.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Вложенность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внутри структуры и встраивание полей.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как значение, анонимные функции, замыкания и их ловушка в цикле, рекурсия с базой и шагом, мемоизация через map.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структура описывает, из чего состоит объект вашей предметной области.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нужны структуры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ПЕРЕМЕННЫЕ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"anya@mail.ru"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 если пользователей сто?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 передавать в функцию по три аргумента?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СТРУКТУРА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"anya@mail.ru"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связаны вместе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Имя, возраст и почта — части одного объекта, а не три случайные переменные.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аргумент вместо трёх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3394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принимает User целиком.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Основа всего кода на Go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01533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 в языке нет — их роль играют структуры.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3035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из User — это уже список пользователей: []User. Так устроены почти все реальные программы.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Объявление структуры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ТИП ДАННЫХ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 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600200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95160" y="1600200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объявляем новый тип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2203704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203704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имя типа, с большой буквы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12280" y="2807208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2807208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тип-структура: набор полей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12280" y="3410712"/>
            <a:ext cx="4693615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3410712"/>
            <a:ext cx="4327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string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поле: имя и его тип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114800"/>
            <a:ext cx="1082009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2428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правила именования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41832" y="4498848"/>
            <a:ext cx="1030803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Пишем структуры на верхнем уровне файла, рядом с функциями — не внутри main.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Регистр первой буквы поля работает так же, как у функций: Name видно из других пакетов, name — только внутри своего. Поэтому поля структур обычно пишут с большой буквы.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способа создать экземпляр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3017520"/>
          </a:xfrm>
          <a:prstGeom prst="roundRect">
            <a:avLst>
              <a:gd name="adj" fmla="val 181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ВАРИАНТЫ ЗАПИСИ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С именами полей — так пишут всегда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u1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По порядку, без имён — хрупко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u2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"i@mail.ru"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Пустая структура, поля заполним позже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u3 User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Через new — получим указатель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u4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1554480"/>
          <a:ext cx="4507992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Способ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применять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User{Name:…}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почти всегда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User{…}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очень короткие структуры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 u User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поля появятся позже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1111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new(User)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нужен сразу указатель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1832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второй способ хрупкий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41832" y="513892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зависит от порядка полей. Добавите новое поле в середину структуры — и все такие вызовы начнут присваивать значения не туда. С именами полей порядок не важен.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ДАННЫМИ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к полям через точку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 И МЕНЯЕМ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"" — не задали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меняем поле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"anya@mail.ru"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"%+v\n"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 поля с именами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Точка — и имя поля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u.Name читается и присваивается как обычная переменная.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Незаданные поля не пустые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Они содержат нулевое значение своего типа.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Глагол %+v для отладки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Печатает структуру вместе с именами полей.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Нулевая структура полезна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u User сразу даёт готовый объект: Name равно пустой строке, Age равно нулю. В отличие от многих языков, здесь не бывает «неинициализированного объекта» — с ним можно работать немедленно.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ОСОБЕННОСТЬ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копируется целиком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ПРИСВАИВАНИЕ СОЗДАЁТ КОПИЮ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 — не изменилась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Иван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УКАЗАТЕЛЬ НА СТРУКТУРУ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звёздочки!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Иван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Приятная деталь синтаксиса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указатель на структуру поля доступны напрямую: p.Name вместо громоздкого (*p).Name. Go сам разыменовывает указатель — это одно из немногих мест, где язык делает что-то за вас.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Запомните правило: если функция должна изменить структуру, она принимает *User. Если только читает — можно передавать User по значению.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Структуры и функции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035040" cy="2926080"/>
          </a:xfrm>
          <a:prstGeom prst="roundRect">
            <a:avLst>
              <a:gd name="adj" fmla="val 187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ПРИНИМАЕМ И ВОЗВРАЩАЕМ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6327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"%s, %d лет"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birthday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birthday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Аня, 21 лет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95160" y="1554480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6936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Только читаем — берём User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121408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получает копию и ничего не портит.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615184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83006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Меняем — берём *User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182112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работает с оригиналом.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675888"/>
            <a:ext cx="451073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89077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Sprintf собирает строку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242816"/>
            <a:ext cx="40718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Printf, но не печатает, а возвращает результат.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820095" cy="1005840"/>
          </a:xfrm>
          <a:prstGeom prst="roundRect">
            <a:avLst>
              <a:gd name="adj" fmla="val 545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371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совет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93208"/>
            <a:ext cx="1030803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Большие структуры лучше передавать указателем даже для чтения: копирование десятка полей на каждом вызове — лишняя работа для процессора.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Вложенные структуры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3108960"/>
          </a:xfrm>
          <a:prstGeom prst="roundRect">
            <a:avLst>
              <a:gd name="adj" fmla="val 176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ВНУТРИ СТРУКТУРЫ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Address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  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Street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 Address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поле-структура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Address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"Москва"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Москва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Поле обычного типа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21408"/>
            <a:ext cx="41632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— такой же тип, как string или int.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615184"/>
            <a:ext cx="46021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83006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через две точки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182112"/>
            <a:ext cx="41632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u.Address.City — спускаемся на уровень ниже.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675888"/>
            <a:ext cx="460217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89077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Логичная группировка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242816"/>
            <a:ext cx="41632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не размазан по User, а собран в отдельный тип.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846320"/>
            <a:ext cx="10820095" cy="868680"/>
          </a:xfrm>
          <a:prstGeom prst="roundRect">
            <a:avLst>
              <a:gd name="adj" fmla="val 6316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Заготовка на будущее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230368"/>
            <a:ext cx="1030803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Такие вложенные структуры один в один ложатся на формат JSON — на нём построен обмен данными между сервисами.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Встраивание: поле без имени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АНОНИМНОЕ ПОЛЕ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имени поля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"Москва"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напрямую!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Москва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тоже работает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только тип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вместо Address Address.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Поля поднимаются наверх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u.City работает так, будто поле объявлено в User.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Полное имя тоже доступно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u.Address.City никуда не делось.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в языке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Встраивание — это способ переиспользовать чужие поля и методы без наследования. На следующем занятии мы увидим, как вместе с полями поднимаются и методы: именно так в Go заменяют классы-наследники.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РАБОТА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Список объектов: срез структур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217920" cy="3200400"/>
          </a:xfrm>
          <a:prstGeom prst="roundRect">
            <a:avLst>
              <a:gd name="adj" fmla="val 171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ПОЛЬЗОВАТЕЛЕЙ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815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"Иван"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"Мария"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"%-8s %d\n"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меняем по индексу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append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"Пётр"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6936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Имя типа внутри можно опустить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121408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{Name: "Аня"} вместо User{Name: "Аня"}.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615184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8346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83006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даёт копию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82112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u.Age = 21 внутри цикла не изменит срез.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675888"/>
            <a:ext cx="4327855" cy="932688"/>
          </a:xfrm>
          <a:prstGeom prst="roundRect">
            <a:avLst>
              <a:gd name="adj" fmla="val 58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9534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89077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Меняем по индексу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242816"/>
            <a:ext cx="38889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users[i].Age = 21 работает с оригиналом.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937760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5065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уже настоящая программа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321808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структур плюс цикл range — базовая конструкция, на которой держится обработка данных в большинстве сервисов.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каталог книг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структуру, список объектов и функции для работы с ними.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Book: название, автор, год, цена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срез из нескольких книг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каталог таблицей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самую дорогую книгу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скидки, меняющая цену книги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Book struct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поля с большой буквы.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[]Book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с литералами книг.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printCatalog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и Printf с выравниванием.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discount(b *Book)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Указатель — потому что меняем цену.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изменить книгу внутри среза, передавайте &amp;books[i], а не копию из range.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каталог книг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10 — Структуры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6035040" cy="3931920"/>
          </a:xfrm>
          <a:prstGeom prst="roundRect">
            <a:avLst>
              <a:gd name="adj" fmla="val 139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И ФУНКЦИИ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63270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 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Year  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 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printCatalog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books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"%-22s %-14s %d  %.2f\n"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discount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percent </a:t>
            </a:r>
            <a:r>
              <a:rPr lang="en-US" sz="11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percent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95160" y="1463040"/>
            <a:ext cx="4510735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96328" y="1536192"/>
            <a:ext cx="4108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96328" y="1792224"/>
            <a:ext cx="410839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 в действии"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"Кенник"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"Чистый код"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"Мартин"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2008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printCatalog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(&amp;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marL="0" indent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books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r>
              <a:rPr lang="en-US" sz="11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960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4343400"/>
            <a:ext cx="4510735" cy="1051560"/>
          </a:xfrm>
          <a:prstGeom prst="roundRect">
            <a:avLst>
              <a:gd name="adj" fmla="val 521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4471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строка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51192" y="4727448"/>
            <a:ext cx="399867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&amp;books[0] — адрес книги прямо в срезе. Именно поэтому цена изменилась в оригинале.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1856</Words>
  <Application>Microsoft Macintosh PowerPoint</Application>
  <PresentationFormat>Широкоэкранный</PresentationFormat>
  <Paragraphs>333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10</dc:title>
  <dc:subject>PptxGenJS Presentation</dc:subject>
  <dc:creator>Курс Go с нуля</dc:creator>
  <cp:lastModifiedBy>Rabboni Bafoev</cp:lastModifiedBy>
  <cp:revision>2</cp:revision>
  <dcterms:created xsi:type="dcterms:W3CDTF">2026-08-23T04:40:02Z</dcterms:created>
  <dcterms:modified xsi:type="dcterms:W3CDTF">2026-09-14T16:34:13Z</dcterms:modified>
</cp:coreProperties>
</file>