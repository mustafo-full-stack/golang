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40" d="100"/>
          <a:sy n="140" d="100"/>
        </p:scale>
        <p:origin x="-8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13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Каналы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горутины передают данные друг другу без мьютексов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Отправка, получение и блокировка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Буферизованные и небуферизованные каналы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Закрытие, range и приём с проверкой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Взаимные блокировки и правила безопасной работы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Горутины умеют работать параллельно. Теперь научим их разговаривать.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канала, стрелка отправки и приёма, блокировка.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Буфер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небуферизованный канал отличается от буферизованного.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Закрытие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close, приём с ok, обход через range и правила владения.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Опасности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Deadlock, паника при записи в закрытый канал, nil-канал.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Конкурентность против параллелизма, слово go, завершение main, модель G-P-M и GOMAXPROCS, гонки данных и флаг -race, утечки горутин.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канал — это не просто труба для данных, это ещё и механизм синхронизации.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Создание, отправка, приём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СТРЕЛКА ПОКАЗЫВАЕТ НАПРАВЛЕНИЕ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канал строк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"привет"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отправка в канал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}()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      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приём из канала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привет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канала есть тип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 string передаёт только строки — проверит компилятор.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Стрелка влево — пишем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&lt;- значение. Канал слева, данные справа.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Стрелка перед каналом — читаем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&lt;-ch возвращает значение.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запомнить направление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Стрелка всегда показывает, куда движутся данные. ch &lt;- x — данные едут в канал. x := &lt;-ch — данные едут из канала в переменную. Никаких других вариантов синтаксиса нет.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МЕХАНИКА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Канал блокирует — и это его смысл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Отправитель ждёт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5256" y="2221992"/>
            <a:ext cx="298490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Операция ch &lt;- x не завершится, пока кто-то не заберёт значение.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3938" y="1600200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3394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394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2306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Получатель ждёт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03394" y="2221992"/>
            <a:ext cx="298490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Операция &lt;-ch не вернёт управление, пока кто-то не отправит.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82077" y="1600200"/>
            <a:ext cx="3423818" cy="13716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1533" y="181965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8" name="Text 16"/>
          <p:cNvSpPr/>
          <p:nvPr/>
        </p:nvSpPr>
        <p:spPr>
          <a:xfrm>
            <a:off x="8301533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40445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Встреча синхронизирует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01533" y="2221992"/>
            <a:ext cx="298490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горутины продолжают работу ровно в момент передачи.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3246120"/>
            <a:ext cx="5943600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31927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ЭСТАФЕТЫ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6968" y="3575304"/>
            <a:ext cx="55412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heavyWork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done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сигнал: закончил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       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 ждёт здесь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03720" y="3246120"/>
            <a:ext cx="4602175" cy="1600200"/>
          </a:xfrm>
          <a:prstGeom prst="roundRect">
            <a:avLst>
              <a:gd name="adj" fmla="val 342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9752" y="33741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вместо time.Sleep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59752" y="3630168"/>
            <a:ext cx="4090111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Помните костыль с задержкой на прошлом занятии? Вот его нормальная замена: main ждёт ровно столько, сколько нужно, ни секундой больше.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502920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за это свойство каналы называют средством синхронизации, а не просто структурой данных.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ВИДА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буфером и без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4946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БУФЕРА — РАНДЕВУ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49469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блокируется прямо здесь,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пока никто не читает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fatal error: deadlock!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19653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627632"/>
            <a:ext cx="4794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БУФЕРОМ НА ТРИ МЕСТА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10528" y="1883664"/>
            <a:ext cx="479419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сразу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сразу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сразу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вот теперь блокировка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023360"/>
          <a:ext cx="10817352" cy="168249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Свойство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буфера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 буфером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Отправка блокирует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всегда до приёма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только когда буфер полон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Гарантия доставки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получатель точно принял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 лежит в очереди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Когда применять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нужна синхронизация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A46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нужно сгладить скачки нагрузки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№1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Взаимная блокировка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ПАДАЕТ СРАЗУ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некому принять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fatal error: all goroutines are asleep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В ДРУГОЙ ГОРУТИНЕ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10820095" cy="1874520"/>
          </a:xfrm>
          <a:prstGeom prst="roundRect">
            <a:avLst>
              <a:gd name="adj" fmla="val 292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968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новость и плохая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224528"/>
            <a:ext cx="10308031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Хорошая: если абсолютно все горутины заснули, рантайм это обнаруживает и честно сообщает «all goroutines are asleep — deadlock». Программа падает с понятным сообщением, а не зависает молча.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Плохая: детектор срабатывает только когда встали ВСЕ. Если одна горутина крутит бесконечный цикл, а десять других ждут её вечно — рантайм считает, что работа идёт. Такие частичные блокировки ищут вручную или профилировщиком.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Закрытие канала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03504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И ПРИЁМ С ПРОВЕРКОЙ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632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  true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  true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ok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  false — канал закрыт и пуст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451073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2364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Закрытие — это сигнал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057400"/>
            <a:ext cx="40718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«Данных больше не будет». Не освобождение ресурса.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523744"/>
            <a:ext cx="451073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74320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738628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Читать можно и после close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072384"/>
            <a:ext cx="40718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отдаст остаток буфера, потом нулевые значения.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538728"/>
            <a:ext cx="451073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375818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3753612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Второе значение ok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087368"/>
            <a:ext cx="40718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означает: канал закрыт, реальных данных нет.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Тонкость, на которой ловятся все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из закрытого канала не блокируется и возвращает нулевое значение типа. Без проверки ok вы получите бесконечный поток нулей и решите, что отправитель шлёт вам нули. Всегда используйте форму v, ok := &lt;-ch или range.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и когда закрывает канал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423818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" y="181965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8" name="Text 6"/>
          <p:cNvSpPr/>
          <p:nvPr/>
        </p:nvSpPr>
        <p:spPr>
          <a:xfrm>
            <a:off x="905256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44168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Закрывает только отправитель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05256" y="2221992"/>
            <a:ext cx="298490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Получатель не знает, будут ли ещё данные. Закрытие с его стороны — гарантированная паника у пишущего.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3938" y="1600200"/>
            <a:ext cx="3423818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03394" y="181965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3" name="Text 11"/>
          <p:cNvSpPr/>
          <p:nvPr/>
        </p:nvSpPr>
        <p:spPr>
          <a:xfrm>
            <a:off x="4603394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42306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Запись в закрытый — паника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603394" y="2221992"/>
            <a:ext cx="298490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 closed channel. Программа падает немедленно.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82077" y="1600200"/>
            <a:ext cx="3423818" cy="1600200"/>
          </a:xfrm>
          <a:prstGeom prst="roundRect">
            <a:avLst>
              <a:gd name="adj" fmla="val 342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1533" y="181965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8" name="Text 16"/>
          <p:cNvSpPr/>
          <p:nvPr/>
        </p:nvSpPr>
        <p:spPr>
          <a:xfrm>
            <a:off x="8301533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40445" y="181508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Повторный close — паника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301533" y="2221992"/>
            <a:ext cx="298490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of closed channel. Закрывать можно ровно один раз.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520440"/>
            <a:ext cx="10820095" cy="1051560"/>
          </a:xfrm>
          <a:prstGeom prst="roundRect">
            <a:avLst>
              <a:gd name="adj" fmla="val 5217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593592"/>
            <a:ext cx="10417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ЗАКРЫВАТЬ ВООБЩЕ НЕ ОБЯЗАТЕЛЬНО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6968" y="3849624"/>
            <a:ext cx="1041775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канал без ссылок соберёт сборщик мусора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close нужен, только если получателю важно узнать о конце данных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475488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882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вывод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13892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несколько горутин пишут в один канал, ни одна из них не может безопасно его закрыть. Тогда закрытие поручают отдельному координатору после wg.Wait().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УДОБСТВО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Обход канала через range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603504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632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ЧИТАЕМ, ПОКА КАНАЛ НЕ ЗАКРОЮТ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63270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этого range зависнет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}()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1, 2, 3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95160" y="1508760"/>
            <a:ext cx="451073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14616" y="17282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214616" y="1728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53528" y="1723644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переменная, а не две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14616" y="2057400"/>
            <a:ext cx="40718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канала нет индексов: range даёт только значение.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95160" y="2523744"/>
            <a:ext cx="451073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274320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214616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2738628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 сам следит за ok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214616" y="3072384"/>
            <a:ext cx="40718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Завершается, когда канал закрыт и опустошён.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3538728"/>
            <a:ext cx="451073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14616" y="375818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214616" y="3758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53528" y="3753612"/>
            <a:ext cx="36329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close — вечное ожидание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214616" y="4087368"/>
            <a:ext cx="40718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будет ждать следующее значение бесконечно.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 с range по срезу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среза range знает длину заранее и точно завершится. У канала длина неизвестна — единственный признак конца это close. Отсюда правило: пишете range по каналу — убедитесь, что кто-то его закроет.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Направленные каналы в сигнатурах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217920" cy="2651760"/>
          </a:xfrm>
          <a:prstGeom prst="roundRect">
            <a:avLst>
              <a:gd name="adj" fmla="val 206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815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ОГРАНИЧИВАЕМ ПРАВА ФУНКЦИИ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8155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только отправка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consumer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только приём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1554480"/>
            <a:ext cx="432785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749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39749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36408" y="1769364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chan&lt;- int — только писать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97496" y="2103120"/>
            <a:ext cx="38889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Попытка прочитать не скомпилируется.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569464"/>
            <a:ext cx="432785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39749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36408" y="2784348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&lt;-chan int — только читать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97496" y="3118104"/>
            <a:ext cx="38889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и close запрещены компилятором.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3584448"/>
            <a:ext cx="432785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39749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836408" y="3799332"/>
            <a:ext cx="34500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Обычный chan подойдёт обоим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97496" y="4133088"/>
            <a:ext cx="38889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Двунаправленный канал приводится к любому из них.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389120"/>
            <a:ext cx="10820095" cy="1325880"/>
          </a:xfrm>
          <a:prstGeom prst="roundRect">
            <a:avLst>
              <a:gd name="adj" fmla="val 4138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5171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773168"/>
            <a:ext cx="1030803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Сигнатура становится документацией: видно, кто поставщик, а кто потребитель. И компилятор физически не даёт получателю закрыть чужой канал — то самое правило со слайда выше начинает соблюдаться само.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хорошем коде на Go направленные каналы в параметрах — норма, а не украшательство.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КОРНЕР-КЕЙС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Nil-канал блокирует навсегда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ЗАБЫЛИ MAKE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 </a:t>
            </a:r>
            <a:r>
              <a:rPr lang="en-US" sz="12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nil, make не вызывали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блокировка навсегда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      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тоже навсегда</a:t>
            </a:r>
            <a:endParaRPr lang="en-US" sz="1250" dirty="0"/>
          </a:p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</a:t>
            </a:r>
            <a:r>
              <a:rPr lang="en-US" sz="12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panic: close of nil channel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Объявление не создаёт канал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даёт nil — нужен make.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251460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3405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2948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Операции просто зависают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31736" y="306324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ошибки, ни паники: горутина спит вечно.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12280" y="3474720"/>
            <a:ext cx="4693615" cy="841248"/>
          </a:xfrm>
          <a:prstGeom prst="roundRect">
            <a:avLst>
              <a:gd name="adj" fmla="val 65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694176"/>
            <a:ext cx="310896" cy="310896"/>
          </a:xfrm>
          <a:prstGeom prst="ellipse">
            <a:avLst/>
          </a:prstGeom>
          <a:solidFill>
            <a:srgbClr val="9B4A1F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68960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Иногда это полезно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31736" y="4023360"/>
            <a:ext cx="4254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select nil-ветку можно отключать намеренно.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3931920"/>
            <a:ext cx="10820095" cy="1783080"/>
          </a:xfrm>
          <a:prstGeom prst="roundRect">
            <a:avLst>
              <a:gd name="adj" fmla="val 3077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0599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выглядит на практике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315968"/>
            <a:ext cx="10308031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с полем ch chan Event, которую создали через &amp;Worker{} вместо конструктора NewWorker. Поле осталось nil, программа не падает — просто одна горутина навсегда уходит в сон, а вы ищете причину в бизнес-логике.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Отсюда привычка опытных разработчиков: типы с каналами внутри создают только через конструктор, где make гарантированно вызван.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обмен сообщениями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Классическая схема поставщик-потребитель, на которой держатся очереди задач.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Горутина-поставщик отправляет пять задач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горутины-обработчика разбирают их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собираются во втором канале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Использовать направленные каналы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 закрыть оба канала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jobs и results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буферизованных канала.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по jobs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worker берёт свободную задачу.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close(jobs)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 закрывает после отправки.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wg.Wait, потом close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закрывает координатор.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уже промышленный паттерн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 — так устроены обработчики очередей, парсеры и пакетные загрузчики в реальных сервисах.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пул обработчиков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852160" cy="2514600"/>
          </a:xfrm>
          <a:prstGeom prst="roundRect">
            <a:avLst>
              <a:gd name="adj" fmla="val 218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ОБРАБОТЧИК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44982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worker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jobs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wg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WaitGroup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defer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wg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jobs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Millisecond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Sprintf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"worker %d: задача %d"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4160520"/>
            <a:ext cx="5852160" cy="1554480"/>
          </a:xfrm>
          <a:prstGeom prst="roundRect">
            <a:avLst>
              <a:gd name="adj" fmla="val 352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здесь важно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41832" y="4544568"/>
            <a:ext cx="534009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по jobs завершится сам, как только канал закроют и опустошат. WaitGroup передаётся указателем: копия сломала бы счётчик.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12280" y="1463040"/>
            <a:ext cx="4693615" cy="4251960"/>
          </a:xfrm>
          <a:prstGeom prst="roundRect">
            <a:avLst>
              <a:gd name="adj" fmla="val 129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13448" y="153619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ЗАВЕРШЕНИЕ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013448" y="1792224"/>
            <a:ext cx="4291279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jobs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results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make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wg sync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WaitGroup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wg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worker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jobs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results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wg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jobs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0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задач больше не будет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wg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все воркеры вышли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close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теперь можно закрыть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results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lnSpc>
                <a:spcPts val="1420"/>
              </a:lnSpc>
              <a:buNone/>
            </a:pPr>
            <a:r>
              <a:rPr lang="en-US" sz="10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с каналами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17 — Каналы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goroutines are asleep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Отправка без приёмника или приём без отправителя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Проверить, есть ли вторая сторона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on closed channel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Запись после close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Закрывает только отправитель, и один раз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 по каналу не заканчивается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Никто не вызвал close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Закрыть канал после последней отправки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Получаем бесконечные нули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Читаем из закрытого канала без проверки ok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v, ok := &lt;-ch или range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 по состояниям канала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и пустой — приём блокирует. Открытый и полный — отправка блокирует. Закрытый — приём мгновенно даёт нулевое значение, отправка паникует. Nil — блокирует и то, и другое навсегда.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1990</Words>
  <Application>Microsoft Macintosh PowerPoint</Application>
  <PresentationFormat>Широкоэкранный</PresentationFormat>
  <Paragraphs>349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17</dc:title>
  <dc:subject>PptxGenJS Presentation</dc:subject>
  <dc:creator>Курс Go с нуля</dc:creator>
  <cp:lastModifiedBy>Rabboni Bafoev</cp:lastModifiedBy>
  <cp:revision>2</cp:revision>
  <dcterms:created xsi:type="dcterms:W3CDTF">2026-08-23T09:25:30Z</dcterms:created>
  <dcterms:modified xsi:type="dcterms:W3CDTF">2026-09-30T17:29:02Z</dcterms:modified>
</cp:coreProperties>
</file>