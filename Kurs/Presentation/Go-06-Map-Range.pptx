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7986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и цикл range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по ключу и удобный обход любых коллекций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пары «ключ — значение» и все операции с ними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существования ключа: приём value, ok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для срезов, строк и map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считаем количество слов в тексте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6 — Map и цикл range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Срез ищет по номеру. Map ищет по имени — и делает это мгновенно.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6 — Map и цикл range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map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нужен, как создать, какие бывают ключи и значения.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Операции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Запись, чтение, удаление, len и проверка наличия ключа.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 range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синтаксис для срезов, строк и map. Индекс и значение.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Подсчёт слов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Классическая задача, где map и range работают вместе.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 и срез, append, len и cap, вставка и удаление элемента, ловушка с общими данными и функция copy.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если данные нужно искать не по номеру, а по названию — это работа для map.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нужен map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6 — Map и цикл range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394960" cy="2194560"/>
          </a:xfrm>
          <a:prstGeom prst="roundRect">
            <a:avLst>
              <a:gd name="adj" fmla="val 25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В СРЕЗЕ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4992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"Иван"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чтобы найти возраст Ани,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нужно перебрать весь срез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150815" cy="2194560"/>
          </a:xfrm>
          <a:prstGeom prst="roundRect">
            <a:avLst>
              <a:gd name="adj" fmla="val 2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627632"/>
            <a:ext cx="4748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В MAP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56248" y="1883664"/>
            <a:ext cx="474847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"Иван"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3423818" cy="1143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" y="41970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4168" y="419252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Доступ по ключу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05256" y="4581144"/>
            <a:ext cx="298490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Ключом может быть строка, число — любое сравнимое значение.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3938" y="3977640"/>
            <a:ext cx="3423818" cy="1143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394" y="41970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4603394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42306" y="419252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Скорость не зависит от размера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603394" y="4581144"/>
            <a:ext cx="298490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запись среди десяти и среди миллиона — одинаково быстро.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82077" y="3977640"/>
            <a:ext cx="3423818" cy="1143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01533" y="41970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8301533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40445" y="419252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Связь двух сущностей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301533" y="4581144"/>
            <a:ext cx="298490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Слово и его частота, город и население, логин и профиль.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53035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других языках это называют словарём, хеш-таблицей или ассоциативным массивом — суть одна.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Создание map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6 — Map и цикл range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СПОСОБА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Пустой map через make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Сразу со значениями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"Иван"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Объявление без создания — опасно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ages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nil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map[ключ]значение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23176" y="2103120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тип в скобках — ключ, второй — значение.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2569464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784348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создаёт рабочий map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23176" y="3118104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Именно этот способ используют чаще всего.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3584448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3799332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nil map только для чтения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23176" y="4133088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 него вызовет панику при запуске.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663440"/>
            <a:ext cx="10820095" cy="1051560"/>
          </a:xfrm>
          <a:prstGeom prst="roundRect">
            <a:avLst>
              <a:gd name="adj" fmla="val 521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7914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без исключений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47488"/>
            <a:ext cx="1030803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первой записью map должен быть создан через make или литерал. Объявление var m map[string]int даёт nil: читать из него можно, а вот m["ключ"] = 1 завершит программу с ошибкой assignment to entry in nil map.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ДАННЫМИ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основные операции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6 — Map и цикл range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926080"/>
          </a:xfrm>
          <a:prstGeom prst="roundRect">
            <a:avLst>
              <a:gd name="adj" fmla="val 187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ЗАПИСЬ, ЧТЕНИЕ, УДАЛЕНИЕ, ДЛИНА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"хлеб"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запись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"хлеб"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перезапись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"хлеб"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50 — чтение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"хлеб"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удаление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— количество пар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554480"/>
          <a:ext cx="4599432" cy="22860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Операция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делает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m[k] = v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добавить или заменить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 := m[k]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получить значение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delete(m, k)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удалить пару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len(m)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сколько пар внутри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85800" y="470916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48371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Обратите внимание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41832" y="5093208"/>
            <a:ext cx="10308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Отдельной операции «добавить» нет: запись по новому ключу создаёт пару, запись по существующему заменяет значение. Удаление несуществующего ключа не считается ошибкой — Go просто ничего не делает.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ВАЖНЫЙ ПРИЁМ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Ключа нет или значение нулевое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6 — Map и цикл range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194560"/>
          </a:xfrm>
          <a:prstGeom prst="roundRect">
            <a:avLst>
              <a:gd name="adj" fmla="val 25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"Пётр"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— тоже ноль!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194560"/>
          </a:xfrm>
          <a:prstGeom prst="roundRect">
            <a:avLst>
              <a:gd name="adj" fmla="val 2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ВТОРОЕ ЗНАЧЕНИЕ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"Пётр"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false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 = true, если ключ есть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931920"/>
            <a:ext cx="10820095" cy="1600200"/>
          </a:xfrm>
          <a:prstGeom prst="roundRect">
            <a:avLst>
              <a:gd name="adj" fmla="val 342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4005072"/>
            <a:ext cx="104177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ПИШУТ В РЕАЛЬНОМ КОДЕ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6968" y="4261104"/>
            <a:ext cx="1041775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"Пётр"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"Возраст:"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"Такого человека нет"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6692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Помните короткий оператор в if с третьего занятия? Вот его самое частое применение в Go.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ОБХОД КОЛЛЕКЦИЙ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для срезов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6 — Map и цикл range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И ЗНАЧЕНИЕ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"яблоко"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"груша"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fruits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яблоко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груша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fruits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только значение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переменные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23176" y="2103120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— индекс, вторая — сам элемент.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2569464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784348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Пустой идентификатор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23176" y="3118104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не нужен — ставим _ вместо имени.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3584448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3799332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переменная — это индекс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4133088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 := range s даёт номера, а не значения.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617720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тонкость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01768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копирует элемент в переменную v. Изменение v не изменит сам срез — чтобы поменять данные, обращайтесь по индексу: s[i] = новое. Об этом забывают чаще всего.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ОБХОД КОЛЛЕКЦИЙ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для строк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6 — Map и цикл range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ПЕРЕБОР СИМВОЛОВ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"Go!"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G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o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 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2377440"/>
          </a:xfrm>
          <a:prstGeom prst="roundRect">
            <a:avLst>
              <a:gd name="adj" fmla="val 2308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59752" y="1682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Здесь r — это руна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59752" y="1938528"/>
            <a:ext cx="4090111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по строке выдаёт не байты, а символы Unicode. Для «Привет» вы получите шесть шагов, хотя len этой строки равен двенадцати.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114800"/>
            <a:ext cx="10820095" cy="1600200"/>
          </a:xfrm>
          <a:prstGeom prst="roundRect">
            <a:avLst>
              <a:gd name="adj" fmla="val 342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4187952"/>
            <a:ext cx="104177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— ЭТО НОМЕР БАЙТА, А НЕ СИМВОЛА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6968" y="4443984"/>
            <a:ext cx="1041775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"Привет"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0:П 2:р 4:и 6:в 8:е 10:т — русские буквы занимают по два байта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ОБХОД КОЛЛЕКЦИЙ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для map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6 — Map и цикл range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606040"/>
          </a:xfrm>
          <a:prstGeom prst="roundRect">
            <a:avLst>
              <a:gd name="adj" fmla="val 21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И ЗНАЧЕНИЕ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"Иван"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ages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173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03173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0648" y="176936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случайный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31736" y="210312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специально перемешивает его при каждом запуске.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12280" y="251460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27340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0648" y="272948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Первая переменная — ключ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31736" y="306324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среза был индекс, у map — ключ.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12280" y="347472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369417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0648" y="368960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Только ключи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31736" y="402336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 := range m даёт ключи без значений.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343400"/>
            <a:ext cx="10820095" cy="1371600"/>
          </a:xfrm>
          <a:prstGeom prst="roundRect">
            <a:avLst>
              <a:gd name="adj" fmla="val 4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4714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порядок случайный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727448"/>
            <a:ext cx="1030803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сделано намеренно: язык не даёт вам опереться на порядок, который в действительности ничем не гарантирован. Если запустить одну и ту же программу дважды, вывод может отличаться — и это нормальное поведение, а не ошибка. Нужен стабильный порядок — его придётся задать самому.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АККУРАТНЫЙ ВЫВОД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получить стабильный порядок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6 — Map и цикл range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583680" cy="3017520"/>
          </a:xfrm>
          <a:prstGeom prst="roundRect">
            <a:avLst>
              <a:gd name="adj" fmla="val 1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6181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 КЛЮЧИ, СОРТИРУЕМ, ВЫВОДИМ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61813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([]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append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43800" y="1554480"/>
            <a:ext cx="396209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6325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76325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2168" y="1769364"/>
            <a:ext cx="30842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Завести срез ключей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63256" y="2048256"/>
            <a:ext cx="352318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с нужной ёмкостью через make.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43800" y="2359152"/>
            <a:ext cx="396209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63256" y="257860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763256" y="2578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02168" y="2574036"/>
            <a:ext cx="30842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Наполнить его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63256" y="2852928"/>
            <a:ext cx="352318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Обходим map и добавляем ключи.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43800" y="3163824"/>
            <a:ext cx="396209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63256" y="338328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763256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02168" y="3378708"/>
            <a:ext cx="30842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Отсортировать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63256" y="3657600"/>
            <a:ext cx="352318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sort.Strings или sort.Ints.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543800" y="3968496"/>
            <a:ext cx="396209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63256" y="418795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6" name="Text 24"/>
          <p:cNvSpPr/>
          <p:nvPr/>
        </p:nvSpPr>
        <p:spPr>
          <a:xfrm>
            <a:off x="7763256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02168" y="4183380"/>
            <a:ext cx="30842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Пройти по срезу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763256" y="4462272"/>
            <a:ext cx="352318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брать значения из map по ключу.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" y="480060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49286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забудьте импорт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41832" y="518464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сортировки живут в стандартном пакете sort — добавьте import "sort" рядом с "fmt".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Частые ошибки с map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6 — Map и цикл range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 to entry in nil map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23544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Запись в map, созданный через var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" y="24140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m := make(map[string]int)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Ключ есть, а значение 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70752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Не отличили отсутствие от нуля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70752" y="24140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v, ok := m[k] и проверка ok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Порядок вывода каждый раз разный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23544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Так работает range по map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3544" y="398678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Собрать ключи и отсортировать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33008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 operation: m1 == m2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70752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Map нельзя сравнивать оператором ==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70752" y="398678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Сравнивать по элементам в цикле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Полезно помнить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Ключом map может быть только сравнимый тип: строка, число, bool. Срез или другой map ключом быть не может — компилятор такое не пропустит.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подсчёт слов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Задача, ради которой map и придуман: связать слово с числом его повторений.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6 — Map и цикл range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03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ДОЛЖНА ДЕЛАТЬ ПРОГРАММА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 строку текста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Разбить её на отдельные слова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Посчитать, сколько раз встречается каждое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результат в читаемом виде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считать «Го» и «го» разными словами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Привести к нижнему регистру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31736" y="2414016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strings.ToLower(text)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724912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29443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2939796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Разбить на слова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31736" y="3218688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strings.Fields(text)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3529584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37490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374446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Создать map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31736" y="4023360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make(map[string]int)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4334256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31736" y="455371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0648" y="4549140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Пройти циклом range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31736" y="4828032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counts[word]++ на каждом шаге.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230368"/>
            <a:ext cx="10820095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358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момент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1832" y="5614416"/>
            <a:ext cx="103080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counts[word]++ работает даже для нового слова: Go подставит ноль и прибавит единицу.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считаем слова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6 — Map и цикл range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6035040" cy="3429000"/>
          </a:xfrm>
          <a:prstGeom prst="roundRect">
            <a:avLst>
              <a:gd name="adj" fmla="val 16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ТЕЛО ФУНКЦИИ MAIN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563270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 это просто go это быстро"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ToLower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words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]++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word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counts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"%-8s %d\n"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word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5074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забудьте импорты: import ( "fmt"  "strings" 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95160" y="1463040"/>
            <a:ext cx="451073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14616" y="16824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214616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53528" y="167792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strings.ToLower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14616" y="2029968"/>
            <a:ext cx="4071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«Go» и «go» становятся одним словом.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95160" y="2542032"/>
            <a:ext cx="451073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14616" y="276148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214616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53528" y="2756916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strings.Fields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14616" y="3108960"/>
            <a:ext cx="4071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Разбивает строку по пробелам и возвращает срез слов.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3621024"/>
            <a:ext cx="451073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14616" y="384048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214616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53528" y="3835908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counts[w]++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14616" y="4187952"/>
            <a:ext cx="4071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Первое появление даёт 1, каждое следующее прибавляет единицу.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95160" y="4700016"/>
            <a:ext cx="451073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14616" y="491947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7" name="Text 25"/>
          <p:cNvSpPr/>
          <p:nvPr/>
        </p:nvSpPr>
        <p:spPr>
          <a:xfrm>
            <a:off x="7214616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53528" y="4914900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%-8s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14616" y="5266944"/>
            <a:ext cx="4071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Выравнивает слово по левому краю в поле из восьми символов.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ДОВОДИМ ДО УМА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Аккуратный вывод результата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6 — Map и цикл range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760720" cy="2194560"/>
          </a:xfrm>
          <a:prstGeom prst="roundRect">
            <a:avLst>
              <a:gd name="adj" fmla="val 25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358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ЕСТЬ — ПОРЯДОК СЛУЧАЙНЫЙ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3583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просто  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это     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быстро  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 следующем запуске порядок другой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20840" y="1554480"/>
            <a:ext cx="4785055" cy="2194560"/>
          </a:xfrm>
          <a:prstGeom prst="roundRect">
            <a:avLst>
              <a:gd name="adj" fmla="val 2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22008" y="1627632"/>
            <a:ext cx="4382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СОРТИРУЕМ КЛЮЧИ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922008" y="1883664"/>
            <a:ext cx="438271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([]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counts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words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append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931920"/>
            <a:ext cx="10820095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4005072"/>
            <a:ext cx="104177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ВЫВОД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6968" y="4261104"/>
            <a:ext cx="104177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words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"%-8s %d\n"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быстро 1 / go 2 / просто 1 / это 2 — всегда в одном порядке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Здесь пригодилось всё сразу: срезы, append, сортировка, map и два цикла range.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1991</Words>
  <Application>Microsoft Macintosh PowerPoint</Application>
  <PresentationFormat>Широкоэкранный</PresentationFormat>
  <Paragraphs>336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6</dc:title>
  <dc:subject>PptxGenJS Presentation</dc:subject>
  <dc:creator>Курс Go с нуля</dc:creator>
  <cp:lastModifiedBy>Rabboni Bafoev</cp:lastModifiedBy>
  <cp:revision>2</cp:revision>
  <dcterms:created xsi:type="dcterms:W3CDTF">2026-08-23T04:27:16Z</dcterms:created>
  <dcterms:modified xsi:type="dcterms:W3CDTF">2026-09-04T16:03:10Z</dcterms:modified>
</cp:coreProperties>
</file>