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>
        <p:scale>
          <a:sx n="111" d="100"/>
          <a:sy n="111" d="100"/>
        </p:scale>
        <p:origin x="82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387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HTTP-клиент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Ходим в чужие API и правильно обрабатываем ответы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 HTTP-запрос и ответ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 и произвольные запросы через http.NewRequest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Таймауты: почему клиент по умолчанию опасен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получаем данные с публичного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программа впервые выйдет в интернет.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Основы HTTP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Метод, адрес, заголовки, тело, код ответа.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Простые запросы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http.Get, чтение тела и разбор JSON.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Полный контроль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NewRequest, заголовки, POST с телом, свой клиент.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Надёжность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Таймауты, коды ошибок, повторное использование клиента.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 и Unmarshal, теги структур и опция omitempty, указатели для необязательных полей, Encoder и Decoder для потоков.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сетевой вызов может зависнуть, вернуть мусор или ошибку. Код должен быть к этому готов.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ЗА ПЯТЬ МИНУТ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HTTP-обмен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669280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266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266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Bearer abc123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1554480"/>
            <a:ext cx="487649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0568" y="1627632"/>
            <a:ext cx="44741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30568" y="1883664"/>
            <a:ext cx="44741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023360"/>
          <a:ext cx="10817352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Смысл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 ответа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означает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получить данные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успех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создать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ошибка клиента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 PATCH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изменить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5xx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ошибка сервера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удалить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перенаправление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85800" y="55321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Коды 404 и 500 — это тоже успешно полученные ответы. Ошибкой в Go считается только неудача самого соединения.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ЗАПРОС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за несколько строк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ПОЛУЧАЕМ И ЧИТАЕМ ОТВЕТ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"https://api.example.com/users"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"запрос: %w"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обязательно!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io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ReadAll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 resp.Body.Close()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93976"/>
            <a:ext cx="38889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строка после проверки ошибки. Без неё — утечка соединений.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752344"/>
            <a:ext cx="432785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97180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96722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— это поток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337560"/>
            <a:ext cx="38889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Прочитать его можно ровно один раз.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995928"/>
            <a:ext cx="432785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421538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421081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 только про соединение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581144"/>
            <a:ext cx="38889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не отвечает, порт закрыт, таймаут. Код 500 сюда не попадает.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будет, если забыть Close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Соединение не вернётся в пул и останется занятым. Программа, делающая тысячи запросов, довольно быстро упрётся в лимит открытых файловых дескрипторов и упадёт с ошибкой too many open files.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КОРНЕР-КЕЙС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равна nil — это ещё не успех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ТИПИЧНАЯ ОШИБКА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сервер вернул 500, а мы спокойно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разбираем страницу с ошибкой как JSON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StatusOK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"сервер ответил %d"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 спроектировано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224528"/>
            <a:ext cx="10308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точки зрения Go запрос прошёл успешно: соединение установлено, ответ получен и прочитан. Что сервер ответил «страница не найдена» — это результат обмена, а не сбой сети. Поэтому err равен nil, и проверять код ответа обязан сам разработчик.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считайте успехом диапазон 200–299 через resp.StatusCode/100 == 2, а для остальных кодов возвращайте свою ошибку с телом ответа внутри — иначе отлаживать интеграцию будет невозможно.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 С ПРОШЛЫМ ЗАНЯТИЕМ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Разбираем JSON из ответа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ПРЯМО ИЗ ТЕЛА ОТВЕТА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`json:"id"`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`json:"name"`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NewDecoder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"разбор ответа: %w"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 читает прямо из потока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75688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сначала грузить весь ответ в память.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569464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78434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— только нужные поля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36392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Лишние ключи ответа будут молча пропущены.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30168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4505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Ошибку разбора оборачиваем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197096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непонятно, где именно сломалось.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по отладке интеграций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API незнакомое, читайте тело через io.ReadAll и печатайте как строку. Увидите реальную структуру ответа — и только потом описывайте под неё Go-структуру.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ДАННЫХ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с телом в формате JSON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6309360" cy="3200400"/>
          </a:xfrm>
          <a:prstGeom prst="roundRect">
            <a:avLst>
              <a:gd name="adj" fmla="val 1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СОЗДАЁМ РЕСУРС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9070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"a@mail.ru"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Marshal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"https://api.example.com/users"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NewReader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69480" y="1463040"/>
            <a:ext cx="423641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8936" y="1682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488936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7848" y="1677924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Тело — это io.Reader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88936" y="2029968"/>
            <a:ext cx="3797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bytes.NewReader превращает срез байтов в поток.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2551176"/>
            <a:ext cx="423641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8936" y="277063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488936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27848" y="2766060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Content-Type обязателен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88936" y="3118104"/>
            <a:ext cx="3797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него сервер не поймёт, что пришёл JSON.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3639312"/>
            <a:ext cx="423641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38587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27848" y="3854196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Успех — часто 201 Created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88936" y="4206240"/>
            <a:ext cx="3797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200. Смотрите документацию API.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846320"/>
            <a:ext cx="10820095" cy="868680"/>
          </a:xfrm>
          <a:prstGeom prst="roundRect">
            <a:avLst>
              <a:gd name="adj" fmla="val 631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http.Post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230368"/>
            <a:ext cx="1030803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функция не позволяет добавить свои заголовки — например, токен авторизации. Как только понадобится хоть один заголовок, переходите к http.NewRequest.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http.NewRequest и client.Do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6309360" cy="3291840"/>
          </a:xfrm>
          <a:prstGeom prst="roundRect">
            <a:avLst>
              <a:gd name="adj" fmla="val 166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УНИВЕРСАЛЬНЫЙ СПОСОБ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90702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NewRequest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MethodPut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"https://api.example.com/users/42"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NewReader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"Bearer 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69480" y="1463040"/>
            <a:ext cx="423641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8936" y="1682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488936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7848" y="1677924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Любой метод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88936" y="1993392"/>
            <a:ext cx="37975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PUT, PATCH, DELETE и любые нестандартные.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69480" y="2377440"/>
            <a:ext cx="423641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8936" y="25968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488936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27848" y="2592324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Заголовки через Header.Set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88936" y="2907792"/>
            <a:ext cx="37975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Токены, версия API, язык ответа.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69480" y="3291840"/>
            <a:ext cx="423641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35112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27848" y="3506724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Тело можно не передавать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88936" y="3822192"/>
            <a:ext cx="37975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GET и DELETE ставим nil.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69480" y="4206240"/>
            <a:ext cx="4236415" cy="804672"/>
          </a:xfrm>
          <a:prstGeom prst="roundRect">
            <a:avLst>
              <a:gd name="adj" fmla="val 6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88936" y="4425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6" name="Text 24"/>
          <p:cNvSpPr/>
          <p:nvPr/>
        </p:nvSpPr>
        <p:spPr>
          <a:xfrm>
            <a:off x="7488936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27848" y="4421124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Константы вместо строк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88936" y="4736592"/>
            <a:ext cx="37975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http.MethodPut защищает от опечатки.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4937760"/>
            <a:ext cx="10820095" cy="822960"/>
          </a:xfrm>
          <a:prstGeom prst="roundRect">
            <a:avLst>
              <a:gd name="adj" fmla="val 666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5065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одна форма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1832" y="5321808"/>
            <a:ext cx="103080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http.NewRequestWithContext принимает контекст — так запрос можно отменить извне. В боевом коде используют именно её.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КОРНЕР-КЕЙС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клиента по умолчанию нет таймаута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ОПАСНО В ПРОДАКШЕНЕ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если сервер не отвечает,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программа будет ждать вечно.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Таймаут по умолчанию — его нет.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КЛИЕНТ С ОГРАНИЧЕНИЕМ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правило номер один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224528"/>
            <a:ext cx="10308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http.Get и http.Post используют http.DefaultClient, у которого поле Timeout равно нулю — то есть ожидание бесконечно. Если удалённый сервис завис и держит соединение открытым, ваша горутина зависнет вместе с ним. Сто таких запросов — сто мёртвых горутин, и сервис перестаёт отвечать.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в учебном примере http.Get допустим, в рабочем коде — никогда. Всегда создавайте свой http.Client с явным таймаутом.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клиент на всё приложение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286000"/>
          </a:xfrm>
          <a:prstGeom prst="roundRect">
            <a:avLst>
              <a:gd name="adj" fmla="val 24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ДЕЛАТЬ НЕ НАДО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url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urls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новый пул соединений на каждой итерации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создаём один раз на уровне пакета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 переиспользуем везде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под капотом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клиента живёт Transport с пулом TCP-соединений. Он умеет переиспользовать уже открытые соединения с тем же хостом: не нужно заново устанавливать TCP-сессию и договариваться о шифровании TLS. Экономия — десятки миллисекунд на каждом запросе.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Создавая новый клиент в цикле, вы каждый раз выбрасываете пул и открываете соединение заново. И да, http.Client безопасен для одновременного использования из множества горутин — именно поэтому его и делают общим.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клиент публичного API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маленькую программу, которая забирает данные из интернета и печатает их таблицей.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открытый API, например список пользователей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Описать структуру только под нужные поля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http.Client с таймаутом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код ответа перед разбором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результат аккуратной таблицей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с тегами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client.Get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сразу defer Close.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StatusCode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200 — своя ошибка.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 из resp.Body.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Подходящие API для тренировки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jsonplaceholder.typicode.com, api.github.com, открытые сервисы курсов валют и погоды.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функция fetchUsers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349240" cy="3794760"/>
          </a:xfrm>
          <a:prstGeom prst="roundRect">
            <a:avLst>
              <a:gd name="adj" fmla="val 144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4946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И ОБЩИЙ КЛИЕНТ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494690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`json:"id"`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`json:"name"`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`json:"email"`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один клиент на всё приложение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fetchUsers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apiURL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"%-4d %-18s %s\n"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196535" cy="3794760"/>
          </a:xfrm>
          <a:prstGeom prst="roundRect">
            <a:avLst>
              <a:gd name="adj" fmla="val 144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36192"/>
            <a:ext cx="4794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С ПРОВЕРКАМИ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10528" y="1792224"/>
            <a:ext cx="4794199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fetchUsers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"запрос: %w"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io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ReadAll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"статус %d: %s"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NewDecoder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"разбор ответа: %w"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5349240"/>
            <a:ext cx="2513000" cy="731520"/>
          </a:xfrm>
          <a:prstGeom prst="roundRect">
            <a:avLst>
              <a:gd name="adj" fmla="val 7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5568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556412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Клиент один на всех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5256" y="5879592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соединений живёт.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54832" y="5349240"/>
            <a:ext cx="2513000" cy="731520"/>
          </a:xfrm>
          <a:prstGeom prst="roundRect">
            <a:avLst>
              <a:gd name="adj" fmla="val 7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74288" y="5568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3674288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3200" y="556412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 ошибке читаем тело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74288" y="5879592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объясняет, что не так.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23864" y="5349240"/>
            <a:ext cx="2513000" cy="731520"/>
          </a:xfrm>
          <a:prstGeom prst="roundRect">
            <a:avLst>
              <a:gd name="adj" fmla="val 7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3320" y="5568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6443320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82232" y="556412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Весь диапазон 2xx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43320" y="5879592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и 204 — тоже успех.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92895" y="5349240"/>
            <a:ext cx="2513000" cy="731520"/>
          </a:xfrm>
          <a:prstGeom prst="roundRect">
            <a:avLst>
              <a:gd name="adj" fmla="val 7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2351" y="5568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9" name="Text 27"/>
          <p:cNvSpPr/>
          <p:nvPr/>
        </p:nvSpPr>
        <p:spPr>
          <a:xfrm>
            <a:off x="9212351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51263" y="556412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Контекст в ошибках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212351" y="5879592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логу понятен этап сбоя.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HTTP-клиента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20 — HTTP-клиент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many open files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Не вызывается resp.Body.Close()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defer сразу после проверки err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Программа висит без ошибок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У клиента нет таймаута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&amp;http.Client{Timeout: ...}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EOF при разборе JSON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Тело уже прочитано или пустое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Читать Body только один раз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Разбираем HTML вместо JSON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Не проверили StatusCode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Проверять код до Decode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повторные попытки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ненадёжна по своей природе. В боевом коде временные ошибки и коды 5xx принято повторять с нарастающей паузой. Но повторять можно только идемпотентные запросы: GET безопасен, а повторный POST создаст второй заказ.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2125</Words>
  <Application>Microsoft Macintosh PowerPoint</Application>
  <PresentationFormat>Широкоэкранный</PresentationFormat>
  <Paragraphs>357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20</dc:title>
  <dc:subject>PptxGenJS Presentation</dc:subject>
  <dc:creator>Курс Go с нуля</dc:creator>
  <cp:lastModifiedBy>Rabboni Bafoev</cp:lastModifiedBy>
  <cp:revision>2</cp:revision>
  <dcterms:created xsi:type="dcterms:W3CDTF">2026-08-23T09:38:26Z</dcterms:created>
  <dcterms:modified xsi:type="dcterms:W3CDTF">2026-10-07T15:28:37Z</dcterms:modified>
</cp:coreProperties>
</file>