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482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Методы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Учим структуры не только хранить данные, но и что-то делать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Метод: функция, привязанная к типу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Получатель-значение и получатель-указатель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Композиция вместо наследования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модель пользователя с методами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11 — Методы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Вчера структура была папкой с данными. Сегодня она научится действовать.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11 — Методы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метод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он отличается от обычной функции и как записывается.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получателя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receiver и pointer receiver: когда какой брать.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Композиция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 Go нет наследования и что используют вместо него.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User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полноценный тип с конструктором и методами.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... struct, создание экземпляра с именами полей, доступ через точку, копирование структуры, указатель на структуру, вложенность и встраивание.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метод — это функция, которая знает, к какому объекту она относится.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ИДЕЯ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Функция против метода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11 — Методы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ФУНКЦИЯ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49926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describe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150815" cy="2103120"/>
          </a:xfrm>
          <a:prstGeom prst="roundRect">
            <a:avLst>
              <a:gd name="adj" fmla="val 260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627632"/>
            <a:ext cx="4748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56248" y="1883664"/>
            <a:ext cx="474847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Describe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88620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4105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4168" y="4101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Получатель перед именем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05256" y="448970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 User) — та самая скобка, что превращает функцию в метод.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3938" y="388620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394" y="4105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4603394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2306" y="4101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Вызов через точку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603394" y="448970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u.Describe() читается как «пользователь, опиши себя».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82077" y="388620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1533" y="4105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8301533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40445" y="4101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принадлежит типу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01533" y="448970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 видно только у User — и это удобно в подсказках редактора.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52120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метода u работает как обычный параметр — просто он записан в другом месте.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ПОЛУЧАТЕЛЬ-ЗНАЧЕНИЕ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Метод, который только читает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11 — Методы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RECEIVER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Rect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Rect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Area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получает копию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3176" y="2103120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внутри не затронут оригинал.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569464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78434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Подходит для вычислений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3176" y="3118104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Площадь, периметр, форматирование, проверки.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584448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79933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Имя получателя короткое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4133088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Go принято одна-две буквы: r, u, s — не this.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Стиль Go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Go нет слов this и self. Получатель называют по первой букве типа, и это имя одинаково во всех методах одного типа — так проще читать чужой код.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ПОЛУЧАТЕЛЬ-УКАЗАТЕЛЬ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Метод, который меняет объект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11 — Методы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RECEIVER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Scale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6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Звёздочка перед типом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3176" y="2103120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 *Rect) — метод получает адрес, а не копию.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569464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78434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Изменения сохраняются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3176" y="3118104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вызова оригинальная структура действительно другая.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584448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79933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Амперсанд писать не нужно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4133088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rect.Scale(2) работает, хотя rect — не указатель.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делает работу за вас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Компилятор сам подставляет (&amp;rect).Scale(2), когда видит, что у метода получатель-указатель. Обратное тоже верно: у указателя можно вызвать метод со значением. Поэтому на практике вы просто пишете точку и не думаете об этом.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ВЫБОРА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Какой получатель брать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11 — Методы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10817352" cy="22860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Ситуация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— (r Rect)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 — (r *Rect)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 меняет поля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сработает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обязательно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 только читает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подходит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тоже можно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Структура большая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копируется каждый раз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копируется только адрес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Нужен nil как значение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невозможно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возможно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685800" y="3977640"/>
            <a:ext cx="10820095" cy="1737360"/>
          </a:xfrm>
          <a:prstGeom prst="roundRect">
            <a:avLst>
              <a:gd name="adj" fmla="val 3158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832" y="41056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правило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41832" y="4361688"/>
            <a:ext cx="1030803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Определитесь один раз для всего типа и придерживайтесь этого выбора: либо все методы User используют указатель, либо все — значение. Смешивать не запрещено, но такой код сбивает с толку и позже мешает при работе с интерфейсами.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сомневаетесь — берите указатель. Это безопаснее: метод сможет менять объект, когда это понадобится, и не будет копировать структуру лишний раз.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Методы можно добавить не только структуре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11 — Методы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СОБСТВЕННЫЙ ТИП НА БАЗЕ FLOAT64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Celsius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Celsius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ToFahrenheit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)*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Celsius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ToFahrenheit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создаёт новый тип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3176" y="2103120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 — это не float64, хотя устроен так же.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569464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78434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Смысл в названии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3176" y="3118104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Функция, принимающая Celsius, не примет случайное число.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584448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79933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Только свои типы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4133088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метод к int или к чужому типу нельзя.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так делают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тип защищает от путаницы: градусы, рубли и проценты — все они float64, но перепутать их местами в вызове функции уже не получится. Компилятор поймает ошибку до запуска программы.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СОГЛАШЕНИЕ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Конструктор: функция New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11 — Методы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035040" cy="2926080"/>
          </a:xfrm>
          <a:prstGeom prst="roundRect">
            <a:avLst>
              <a:gd name="adj" fmla="val 187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СОЗДАЁМ ОБЪЕКТ ПРАВИЛЬНО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6327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"имя обязательно"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name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Active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22008" y="1517904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1461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21461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53528" y="176936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Go нет конструкторов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14616" y="2121408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соглашение: обычная функция с именем New.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615184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616" y="28346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214616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2830068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данных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14616" y="3182112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нельзя создать в некорректном состоянии.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675888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389534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3890772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Значения по умолчанию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14616" y="4242816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true задаётся в одном месте, а не в каждом вызове.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называют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9320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тип в пакете один, функцию называют New. Если типов несколько — NewUser, NewOrder. Это не правило языка, а общепринятый стиль, которому следуют все библиотеки.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ФИЛОСОФИЯ ЯЗЫКА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в Go нет наследования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11 — Методы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423818" cy="1280160"/>
          </a:xfrm>
          <a:prstGeom prst="roundRect">
            <a:avLst>
              <a:gd name="adj" fmla="val 428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168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Нет классов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5256" y="2221992"/>
            <a:ext cx="29849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типы и методы. Иерархию строить не из чего и не нужно.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3938" y="1600200"/>
            <a:ext cx="3423818" cy="1280160"/>
          </a:xfrm>
          <a:prstGeom prst="roundRect">
            <a:avLst>
              <a:gd name="adj" fmla="val 428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3394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3" name="Text 11"/>
          <p:cNvSpPr/>
          <p:nvPr/>
        </p:nvSpPr>
        <p:spPr>
          <a:xfrm>
            <a:off x="4603394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2306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Нет extends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3394" y="2221992"/>
            <a:ext cx="29849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не может «унаследовать» другой тип и переопределить его поведение.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2077" y="1600200"/>
            <a:ext cx="3423818" cy="1280160"/>
          </a:xfrm>
          <a:prstGeom prst="roundRect">
            <a:avLst>
              <a:gd name="adj" fmla="val 428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1533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8" name="Text 16"/>
          <p:cNvSpPr/>
          <p:nvPr/>
        </p:nvSpPr>
        <p:spPr>
          <a:xfrm>
            <a:off x="8301533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40445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Есть композиция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01533" y="2221992"/>
            <a:ext cx="29849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собирается из других объектов, как из деталей конструктора.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108960"/>
            <a:ext cx="10820095" cy="1691640"/>
          </a:xfrm>
          <a:prstGeom prst="roundRect">
            <a:avLst>
              <a:gd name="adj" fmla="val 3243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3182112"/>
            <a:ext cx="10417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«ADMIN НАСЛЕДУЕТ USER» ПИШУТ «ADMIN СОДЕРЖИТ USER»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6968" y="3438144"/>
            <a:ext cx="1041775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Admin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      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встроенная структура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937760"/>
            <a:ext cx="10820095" cy="822960"/>
          </a:xfrm>
          <a:prstGeom prst="roundRect">
            <a:avLst>
              <a:gd name="adj" fmla="val 666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5065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 решили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321808"/>
            <a:ext cx="103080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Глубокие иерархии классов оказались источником сложности: чтобы понять один метод, приходится читать пять родительских типов. Композиция плоская — что встроено, то и видно.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КОМПОЗИЦИЯ В ДЕЛЕ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Встроенный тип отдаёт свои методы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11 — Методы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035040" cy="3200400"/>
          </a:xfrm>
          <a:prstGeom prst="roundRect">
            <a:avLst>
              <a:gd name="adj" fmla="val 1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ПОДНИМАЮТСЯ НАВЕРХ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6327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User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Greet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"Привет, "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Admin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Admin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Level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Привет, Аня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Аня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95160" y="1508760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1461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21461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53528" y="172364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доступен напрямую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14616" y="2075688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a.Greet() работает, хотя объявлен у User.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569464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61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21461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2784348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Поля тоже поднимаются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14616" y="3136392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a.Name вместо a.User.Name.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630168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384962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3845052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Можно переопределить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14616" y="4197096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Greet у Admin перекроет унаследованный.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799" y="4873752"/>
            <a:ext cx="10820095" cy="868680"/>
          </a:xfrm>
          <a:prstGeom prst="roundRect">
            <a:avLst>
              <a:gd name="adj" fmla="val 631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5020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Похоже на наследование, но проще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276088"/>
            <a:ext cx="1030803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не «является» User — он его содержит. Всегда можно обратиться к a.User напрямую и увидеть, откуда взялся метод.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модель пользователя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тип, который сам умеет всё, что нужно знать о пользователе.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11 — Методы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User: имя, возраст, e-mail, активность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 NewUser с проверкой данных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String — красивое представление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IsAdult — совершеннолетний ли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Deactivate — отключить пользователя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Только читают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IsAdult — получатель-значение.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Меняют объект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Deactivate, Birthday — указатель.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Конструктор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Возвращает *User и ошибку.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Проверить в main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Создать, вывести, изменить, вывести снова.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с именем String() string — особенный: Println начнёт использовать его автоматически.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РАЗБОР, ЧАСТЬ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 и конструктор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11 — Методы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089904" cy="4485640"/>
          </a:xfrm>
          <a:prstGeom prst="roundRect">
            <a:avLst>
              <a:gd name="adj" fmla="val 127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СТРУКТУРА, КОНСТРУКТОР, МЕТОДЫ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63270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   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NewUser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"некорректные данные"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User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IsAdult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Deactivate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95160" y="1508760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1461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21461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53528" y="172364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IsAdult только читает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14616" y="2075688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Получатель-значение: (u User).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569464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61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21461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2784348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Deactivate меняет поле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14616" y="3136392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Получатель-указатель: (u *User).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630168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384962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3845052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Конструктор возвращает *User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14616" y="4197096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все методы работали с одним объектом.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95160" y="4690872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14616" y="491032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6" name="Text 24"/>
          <p:cNvSpPr/>
          <p:nvPr/>
        </p:nvSpPr>
        <p:spPr>
          <a:xfrm>
            <a:off x="7214616" y="4910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53528" y="4905756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в одном месте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14616" y="5257800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Пустое имя не пройдёт дальше NewUser.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РАЗБОР, ЧАСТЬ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String и запуск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11 — Методы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103120"/>
          </a:xfrm>
          <a:prstGeom prst="roundRect">
            <a:avLst>
              <a:gd name="adj" fmla="val 260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КРАСИВЫЙ ВЫВОД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String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"активен"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status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"отключён"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Sprintf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"%s (%d) — %s"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2103120"/>
          </a:xfrm>
          <a:prstGeom prst="roundRect">
            <a:avLst>
              <a:gd name="adj" fmla="val 260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04888" y="1627632"/>
            <a:ext cx="4199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04888" y="1883664"/>
            <a:ext cx="419983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Аня (20) — активен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IsAdult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224528"/>
            <a:ext cx="10820095" cy="1874520"/>
          </a:xfrm>
          <a:prstGeom prst="roundRect">
            <a:avLst>
              <a:gd name="adj" fmla="val 292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968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Println печатает красиво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224528"/>
            <a:ext cx="10308031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вызывали String() вручную — это сделал сам fmt. Если у типа есть метод String() string, пакет fmt использует его при выводе. Так работает интерфейс Stringer, и на следующем занятии мы разберём, как это устроено.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Обратите внимание: метод объявлен у значения (u User), но вызывается и для указателя u — Go разыменовывает его автоматически.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1826</Words>
  <Application>Microsoft Macintosh PowerPoint</Application>
  <PresentationFormat>Широкоэкранный</PresentationFormat>
  <Paragraphs>333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11</dc:title>
  <dc:subject>PptxGenJS Presentation</dc:subject>
  <dc:creator>Курс Go с нуля</dc:creator>
  <cp:lastModifiedBy>Rabboni Bafoev</cp:lastModifiedBy>
  <cp:revision>4</cp:revision>
  <dcterms:created xsi:type="dcterms:W3CDTF">2026-08-23T04:44:05Z</dcterms:created>
  <dcterms:modified xsi:type="dcterms:W3CDTF">2026-09-16T15:58:21Z</dcterms:modified>
</cp:coreProperties>
</file>