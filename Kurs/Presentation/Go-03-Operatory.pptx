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105" d="100"/>
          <a:sy n="105" d="100"/>
        </p:scale>
        <p:origin x="10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62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Операторы и ветвления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 программу считать, сравнивать и принимать решения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Арифметические, логические операторы и сравнения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Условия: if, else if, else и короткий оператор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Множественный выбор: switch во всех формах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собираем мини-калькулятор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этого программа шла сверху вниз. Сегодня научим её выбирать путь.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Арифметика, сравнение, логика. Приоритет и порядок вычисления.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 без скобок, короткий оператор, цепочки условий.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Множественный выбор, форма без выражения, fallthrough.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Калькулятор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рабочую программу из всего, что прошли за три занятия.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и :=, типы int / float64 / string / bool, константы и iota, вывод через Printf, ввод через fmt.Scan(&amp;x).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любая программа — это последовательность решений «если… то…».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Арифметические операторы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5394960" cy="24140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+ 3 = 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вычитание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10 - 3 = 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умножение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* 3 = 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3 =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остаток от деления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 3 =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554480"/>
            <a:ext cx="5150815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ПРОБУЕМ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56248" y="1883664"/>
            <a:ext cx="474847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3.333...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чаще всего ошибаются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двух целых чисел даёт целое: 10 / 3 = 3, дробная часть просто отбрасывается. Нужен точный результат — хотя бы одно число должно быть float64.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% работает только с целыми и очень полезен: n % 2 == 0 — проверка на чётность, n % 10 — последняя цифра числа.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Присваивание с операцией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ЗАПИСЬ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 то же, что count = count + 1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02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69402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79208" y="176936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++ и -- только постфиксные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0296" y="2139696"/>
            <a:ext cx="4346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++i в Go нет — компилятор выдаст ошибку.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2770632"/>
            <a:ext cx="478505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0296" y="29900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9208" y="2985516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инструкция, а не выражение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0296" y="3355848"/>
            <a:ext cx="4346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:= i++ и fmt.Println(i++) не скомпилируются.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986784"/>
            <a:ext cx="478505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42062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4201668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со всеми операциями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0296" y="4572000"/>
            <a:ext cx="4346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-= *= /= %= применимы к любым числам, += ещё и к строкам.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89204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6466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так писать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4748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+= price читается быстрее, чем total = total + price, и исключает опечатку в имени переменной. В циклах, которые мы разберём на следующем занятии, счётчик почти всегда меняют через i++.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Операторы сравнения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сравнения — всегда значение типа bool: true или false.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5394960" cy="268833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Смысл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равно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== 5 → 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равно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!= 3 → 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 7 → 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меньше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&lt; 7 → 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 или равно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&gt;= 5 → 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меньше или равно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&lt;= 5 → 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920240"/>
            <a:ext cx="5150815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6248" y="199339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56248" y="2249424"/>
            <a:ext cx="474847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строки сравниваются по алфавиту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тонкости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знак = — это присваивание, два знака == — сравнение. Перепутали внутри if — получите ошибку компиляции, и это хорошо. И помните: сравнивать можно только значения одного типа, int с float64 напрямую не сравнить.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Логические операторы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521208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Истинно, когда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оба условия истинны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хотя бы одно истинно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переворачивает значение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172200" y="1554480"/>
            <a:ext cx="5333695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3368" y="1627632"/>
            <a:ext cx="4931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ДЕЛЕ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73368" y="1883664"/>
            <a:ext cx="49313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hasID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hasID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hasID    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5212080" cy="1143000"/>
          </a:xfrm>
          <a:prstGeom prst="roundRect">
            <a:avLst>
              <a:gd name="adj" fmla="val 48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3739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Короткое замыкание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3995928"/>
            <a:ext cx="47000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левая часть &amp;&amp; оказалась false, правая уже не вычисляется — результат и так известен. То же с ||, если слева true.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3611880"/>
            <a:ext cx="533369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3685032"/>
            <a:ext cx="4931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73368" y="3941064"/>
            <a:ext cx="493135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вторая проверка выполнится,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если b != 0 — деления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ноль не случится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"больше двух"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" y="49377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bool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41832" y="5321808"/>
            <a:ext cx="4700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нельзя написать if 1 или if "текст" — условие обязано быть булевым выражением.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ВЫЧИСЛЕНИЯ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операторов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выше в таблице — тем раньше выполняется.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5852160" cy="28163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Операторы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  унарный минус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 / 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  !=  &lt;  &lt;=  &gt;  &gt;=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&amp;&amp; 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|| 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812280" y="1920240"/>
            <a:ext cx="4693615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13448" y="199339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СКОБКИ РЕШАЮТ ВСЁ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013448" y="2249424"/>
            <a:ext cx="429127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14, а не 20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читается как: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совет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пытайтесь запомнить всю таблицу. Если выражение сложнее двух операторов — поставьте скобки. Код читают люди, и лишняя пара скобок стоит дешевле, чем час поиска ошибки в логике.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Условный оператор if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ФОРМА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"Отлично!"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условие → блок в { } выполнится,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если условие истинно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02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69402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79208" y="176936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круглых скобок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0296" y="212140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&gt; 0) — так писать не принято, gofmt их уберёт.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2606040"/>
            <a:ext cx="4785055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0296" y="2825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9208" y="282092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Фигурные обязательны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0296" y="317296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ради одной строки. Однострочных if в Go нет.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657600"/>
            <a:ext cx="4785055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3877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387248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Скобка { на той же строке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0296" y="422452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{ на новую строку — ошибка компиляции.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4709160"/>
            <a:ext cx="4785055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0296" y="49286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6940296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79208" y="492404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Условие только bool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0296" y="527608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 или if "да" не скомпилируются.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160520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строго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4544568"/>
            <a:ext cx="5248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Обязательные фигурные скобки защищают от классического бага: добавили вторую строку в «однострочный» if, а она выполняется всегда. В Go такая ошибка невозможна в принципе.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ИДИОМА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Короткий оператор в if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ПРЯМО В УСЛОВИИ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"Длинное имя:"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"Короткое имя:"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здесь n уже не существует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undefined: 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95160" y="1554480"/>
            <a:ext cx="451073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69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Синтаксис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14616" y="2139696"/>
            <a:ext cx="40718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инструкция; условие { … } — сначала выполняется инструкция, затем проверяется условие.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95160" y="2834640"/>
            <a:ext cx="451073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3054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30495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Область видимости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14616" y="3419856"/>
            <a:ext cx="40718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живёт только внутри if и всех его else. Снаружи её нет.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95159" y="3995928"/>
            <a:ext cx="451073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432968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14616" y="4602480"/>
            <a:ext cx="40718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засоряем функцию временными переменными и сразу видим, откуда взялось значение.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065776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00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пишут в реальном коде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7824" y="5303520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всего эту форму используют с ошибками: if err := doSomething(); err != nil { … }. Обработку ошибок мы разберём позже, но конструкцию узнавать полезно уже сейчас — она встречается в Go повсюду.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Цепочка: if / else if / else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3246120"/>
          </a:xfrm>
          <a:prstGeom prst="roundRect">
            <a:avLst>
              <a:gd name="adj" fmla="val 169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БАЛЛАМ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"Отлично"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"Хорошо"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"Удовлетворительно"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"Нужно доучить"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749808"/>
          </a:xfrm>
          <a:prstGeom prst="roundRect">
            <a:avLst>
              <a:gd name="adj" fmla="val 73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2364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идёт сверху вниз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020824"/>
            <a:ext cx="41632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условие совпало, остальные ветки пропускаются.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368296"/>
            <a:ext cx="4602175" cy="749808"/>
          </a:xfrm>
          <a:prstGeom prst="roundRect">
            <a:avLst>
              <a:gd name="adj" fmla="val 73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5877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583180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важен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2880360"/>
            <a:ext cx="41632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 должно идти самое строгое условие.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227832"/>
            <a:ext cx="4602175" cy="749808"/>
          </a:xfrm>
          <a:prstGeom prst="roundRect">
            <a:avLst>
              <a:gd name="adj" fmla="val 73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4472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442716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необязателен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3739896"/>
            <a:ext cx="41632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полезен: он ловит все случаи, которые вы не предусмотрели.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4087368"/>
            <a:ext cx="4602175" cy="749808"/>
          </a:xfrm>
          <a:prstGeom prst="roundRect">
            <a:avLst>
              <a:gd name="adj" fmla="val 73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23176" y="43068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123176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62088" y="430225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} else { на одной строке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23176" y="4599432"/>
            <a:ext cx="41632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пишется сразу за закрывающей скобкой.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029200"/>
            <a:ext cx="10820095" cy="731520"/>
          </a:xfrm>
          <a:prstGeom prst="roundRect">
            <a:avLst>
              <a:gd name="adj" fmla="val 75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157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 брать switch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413248"/>
            <a:ext cx="103080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 больше else if подряд, где сравнивается одна и та же переменная, — верный знак, что код станет чище со switch.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МНОЖЕСТВЕННЫЙ ВЫБОР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 switch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СО ЗНАЧЕНИЯМИ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"сб"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"сб"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"вс"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"Выходной"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"пн"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"Тяжёлый день"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"Рабочий день"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писать не нужно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21408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выходит из switch сам после первого совпадения.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651760"/>
            <a:ext cx="460217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871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86664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Несколько значений в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218688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"сб", "вс": — перечисляем через запятую.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749040"/>
            <a:ext cx="460217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968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96392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срабатывает последним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315968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ни один case не подошёл.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89204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020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отличие от других языков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27608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Забытый break в C приводит к «проваливанию» в следующую ветку — источник классических багов. В Go поведение по умолчанию безопасное, а провалиться специально можно словом fallthrough.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SWITCH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вместо длинной цепочки if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ВЫРАЖЕНИЯ ПОСЛЕ SWITCH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"Отлично"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"Хорошо"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"Нужно доучить"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62763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КОРОТКИМ ОПЕРАТОРОМ И FALLTHROUGH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22008" y="1883664"/>
            <a:ext cx="438271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"Воскресенье"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fallthrough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провалиться дальше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"Выходной"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читать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без выражения — это switch true: Go ищет первый case, который окажется истинным. Такая форма полностью заменяет цепочку else if и читается заметно лучше. fallthrough нужен редко: он передаёт управление в следующий case, не проверяя его условие.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ИНСТРУМЕНТА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if, а когда switch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ИСХОДА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if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одного условия: да или нет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Сложное составное условие с &amp;&amp; и ||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ранний выход из функции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проверяет разные переменные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ВАРИАНТОВ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switch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0188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переменная сравнивается с набором значений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 больше веток подряд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Диапазоны: score &gt;= 90, &gt;= 75, &gt;= 60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Меню, команды, статусы, коды ответа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варианта всегда рабочие — компилятору всё равно. Выбирайте тот, при котором код понятнее читателю: switch говорит «вот все возможные варианты», if говорит «вот особый случай».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мини-калькулятор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всё, что прошли за три занятия, в одну рабочую программу.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ДОЛЖНА ДЕЛАТЬ ПРОГРАММА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Запросить первое число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Запросить операцию: + − * /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Запросить второе число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 и вывести результат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 обработать деление на ноль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Сообщить о неизвестной операции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Объявить переменные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числа типа float64 и строку для операции.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Считать данные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вызова fmt.Scan с амперсандом перед именем.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Разветвить логику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по строке операции: четыре case и default.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Защитить деление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case "/" — проверка b == 0 через if.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193792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21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float64, а не int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577840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должен уметь делить 7 на 2 и получать 3.5. С типом int результат был бы 3.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ввод и ветвление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94960" cy="3611880"/>
          </a:xfrm>
          <a:prstGeom prst="roundRect">
            <a:avLst>
              <a:gd name="adj" fmla="val 151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— ВВОД ДАННЫХ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926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"Первое число: 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"Операция (+ - * /): 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"Второе число: 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150815" cy="4251960"/>
          </a:xfrm>
          <a:prstGeom prst="roundRect">
            <a:avLst>
              <a:gd name="adj" fmla="val 129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53619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— ВЫЧИСЛЕНИЕ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792224"/>
            <a:ext cx="4748479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"Ответ:"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"Ответ:"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"Ответ:"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"Делить на ноль нельзя"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"Ответ:"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"Неизвестная операция:"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5340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59612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части — это одна функция main. Внутри case "/" живёт обычный if.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этого занятия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3 — Операторы и ветвления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5 { … 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Одно = вместо двух: это присваивание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Писать if x == 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non-bool used as if condition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В условии не логическое выражение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if count &gt; 0, а не if count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error: unexpected newline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Скобка { перенесена на новую строку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{ остаётся на строке с if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return / недостижимый case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Ветка стоит после default или дублирует условие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 порядок case сверху вниз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отладки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ветка не срабатывает — выведите само условие: fmt.Println(score &gt;= 90). Увидите true или false и сразу поймёте, дело в логике или в данных, которые пришли не такими, как вы ожидали.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2376</Words>
  <Application>Microsoft Macintosh PowerPoint</Application>
  <PresentationFormat>Широкоэкранный</PresentationFormat>
  <Paragraphs>443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3</dc:title>
  <dc:subject>PptxGenJS Presentation</dc:subject>
  <dc:creator>Курс Go с нуля</dc:creator>
  <cp:lastModifiedBy>Rabboni Bafoev</cp:lastModifiedBy>
  <cp:revision>3</cp:revision>
  <dcterms:created xsi:type="dcterms:W3CDTF">2026-08-22T08:15:37Z</dcterms:created>
  <dcterms:modified xsi:type="dcterms:W3CDTF">2026-08-28T18:04:13Z</dcterms:modified>
</cp:coreProperties>
</file>