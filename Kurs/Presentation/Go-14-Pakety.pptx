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2681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· GOLANG С НУЛЯ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Пакеты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разложить программу по файлам так, чтобы в ней можно было разобраться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04088" y="3886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Пакет, модуль и путь импорта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Свои пакеты: структура проекта и папка internal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Формы импорта, псевдонимы и циклические зависимости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init: порядок запуска и когда её стоит избегать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49640" y="1783080"/>
            <a:ext cx="3200400" cy="3200400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85496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14 — Пакеты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ЗАНЯТИЯ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 сегодня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сих пор всё жило в одном файле. Настоящий проект так не выглядит.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14 — Пакеты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4168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Пакет и модуль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05256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они отличаются и как связаны с папками на диске.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54832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4288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3674288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3200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Свой пакет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74288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Создаём, импортируем, экспортируем — от go.mod до вызова.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3864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3320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332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2232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проекта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3320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cmd, internal, pkg — что где принято хранить.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92895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12351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9212351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51263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2351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инициализации и почему опытные разработчики её не любят.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16052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прошлое занятие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1832" y="454456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как интерфейс, errors.New и сторожевые ошибки, обёртывание через %w, errors.Is и errors.As, ловушка с nil-интерфейсом, panic и recover.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мысль занятия: пакет — это граница. Он решает, что видно снаружи, а что остаётся деталью реализации.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Пакет, модуль, путь импорта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14 — Пакеты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3423818" cy="1463040"/>
          </a:xfrm>
          <a:prstGeom prst="roundRect">
            <a:avLst>
              <a:gd name="adj" fmla="val 375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" y="1819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44168" y="18150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Пакет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05256" y="2221992"/>
            <a:ext cx="298490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.go файлы одной папки с одинаковой строкой package. Единица компиляции и видимости.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3938" y="1600200"/>
            <a:ext cx="3423818" cy="1463040"/>
          </a:xfrm>
          <a:prstGeom prst="roundRect">
            <a:avLst>
              <a:gd name="adj" fmla="val 375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3394" y="1819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3" name="Text 11"/>
          <p:cNvSpPr/>
          <p:nvPr/>
        </p:nvSpPr>
        <p:spPr>
          <a:xfrm>
            <a:off x="4603394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42306" y="18150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Модуль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03394" y="2221992"/>
            <a:ext cx="298490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Набор пакетов с общим go.mod. Единица версионирования и распространения.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82077" y="1600200"/>
            <a:ext cx="3423818" cy="1463040"/>
          </a:xfrm>
          <a:prstGeom prst="roundRect">
            <a:avLst>
              <a:gd name="adj" fmla="val 375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1533" y="1819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8" name="Text 16"/>
          <p:cNvSpPr/>
          <p:nvPr/>
        </p:nvSpPr>
        <p:spPr>
          <a:xfrm>
            <a:off x="8301533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40445" y="18150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Путь импорта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01533" y="2221992"/>
            <a:ext cx="298490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модуля плюс путь папки внутри него. Именно его пишут в import.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3291840"/>
            <a:ext cx="5943600" cy="1554480"/>
          </a:xfrm>
          <a:prstGeom prst="roundRect">
            <a:avLst>
              <a:gd name="adj" fmla="val 352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336499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GO.MOD ЗАДАЁТ ИМЯ МОДУЛЯ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6968" y="3621024"/>
            <a:ext cx="5541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github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ivan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myapp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03720" y="3291840"/>
            <a:ext cx="4602175" cy="1554480"/>
          </a:xfrm>
          <a:prstGeom prst="roundRect">
            <a:avLst>
              <a:gd name="adj" fmla="val 352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04888" y="3364992"/>
            <a:ext cx="4199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ОТСЮДА БЕРЁТСЯ ПУТЬ ИМПОРТА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104888" y="3621024"/>
            <a:ext cx="419983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"github.com/ivan/myapp/utils"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файлы из папки utils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5029200"/>
            <a:ext cx="10820095" cy="822960"/>
          </a:xfrm>
          <a:prstGeom prst="roundRect">
            <a:avLst>
              <a:gd name="adj" fmla="val 666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51572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путаница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1832" y="5413248"/>
            <a:ext cx="103080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пакета и имя папки — разные вещи, хотя обычно совпадают. Импортируется путь папки, а обращаются по имени из строки package.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Создаём свой пакет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14 — Пакеты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120640" cy="2103120"/>
          </a:xfrm>
          <a:prstGeom prst="roundRect">
            <a:avLst>
              <a:gd name="adj" fmla="val 260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НА ДИСКЕ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47183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myapp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mathutil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mathutil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55448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81928" y="1627632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MATHUTIL/MATHUTIL.GO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81928" y="1883664"/>
            <a:ext cx="49926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mathutil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2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экспортируется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helper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только внутри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794760"/>
            <a:ext cx="5120640" cy="2103120"/>
          </a:xfrm>
          <a:prstGeom prst="roundRect">
            <a:avLst>
              <a:gd name="adj" fmla="val 260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867912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MAIN.GO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86968" y="4123944"/>
            <a:ext cx="47183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"fmt"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"myapp/mathutil"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mathutil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384048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39684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правила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36792" y="4224528"/>
            <a:ext cx="488289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Папка — это пакет: все файлы внутри пишут одинаковую строку package mathutil.</a:t>
            </a:r>
            <a:endParaRPr lang="en-US" sz="1300" dirty="0"/>
          </a:p>
          <a:p>
            <a:pPr marL="0" indent="0">
              <a:lnSpc>
                <a:spcPts val="171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Обращаемся через имя пакета: mathutil.Max, а не через имя папки.</a:t>
            </a:r>
            <a:endParaRPr lang="en-US" sz="1300" dirty="0"/>
          </a:p>
          <a:p>
            <a:pPr marL="0" indent="0">
              <a:lnSpc>
                <a:spcPts val="171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Регистр решает всё: Max виден снаружи, helper — нет. Слов private и public в языке не существует.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выглядит реальный проект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14 — Пакеты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394960" cy="3200400"/>
          </a:xfrm>
          <a:prstGeom prst="roundRect">
            <a:avLst>
              <a:gd name="adj" fmla="val 1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ТИПОВОЙ СЕРВИС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49926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myapp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cmd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server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internal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handler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service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storage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pkg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logger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150815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7453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657453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13448" y="1769364"/>
            <a:ext cx="42729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cmd/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74536" y="2121408"/>
            <a:ext cx="47119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входа. Один подкаталог — одна собираемая программа.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55080" y="2743200"/>
            <a:ext cx="5150815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74536" y="2962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6574536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13448" y="2958084"/>
            <a:ext cx="42729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internal/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74536" y="3310128"/>
            <a:ext cx="47119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Особая папка: её пакеты нельзя импортировать извне модуля. Проверяет сам компилятор.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3931920"/>
            <a:ext cx="5150815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74536" y="415137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6574536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13448" y="4146804"/>
            <a:ext cx="42729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pkg/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74536" y="4498848"/>
            <a:ext cx="47119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Код, который не жалко отдать наружу. Нужен не всем проектам.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937760"/>
            <a:ext cx="10820095" cy="822960"/>
          </a:xfrm>
          <a:prstGeom prst="roundRect">
            <a:avLst>
              <a:gd name="adj" fmla="val 666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50657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единственная папка с особым смыслом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321808"/>
            <a:ext cx="103080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Остальные имена — просто соглашение сообщества. Не начинайте маленький проект с десяти папок: делите код, когда файл действительно стал большим.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СИНТАКСИС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формы импорта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14 — Пакеты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6400800" cy="27432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998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ВАРИАНТЫ ЗАПИСИ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9984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"fmt"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обычный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"myapp/mathutil"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псевдоним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"github.com/lib/pq"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только ради init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"myapp/helpers"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без префикса — не надо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554480"/>
          <a:ext cx="4142232" cy="283464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Когда применять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обычный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всегда по умолчанию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имена пакетов конфликтуют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нужен только побочный эффект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практически никогда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85800" y="4480560"/>
            <a:ext cx="10820095" cy="1234440"/>
          </a:xfrm>
          <a:prstGeom prst="roundRect">
            <a:avLst>
              <a:gd name="adj" fmla="val 444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46085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пустой идентификатор в импорте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41832" y="4864608"/>
            <a:ext cx="10308031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_ "github.com/lib/pq" импортирует пакет, ничего из него не используя. Так драйверы баз данных регистрируют себя внутри своей функции init. Это единственный по-настоящему уместный случай.</a:t>
            </a:r>
            <a:endParaRPr lang="en-US" sz="1350" dirty="0"/>
          </a:p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Точечный импорт убирает префикс пакета, и код становится непонятным: неясно, откуда взялась функция. В командной работе так не пишут.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Циклический импорт запрещён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14 — Пакеты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194560"/>
          </a:xfrm>
          <a:prstGeom prst="roundRect">
            <a:avLst>
              <a:gd name="adj" fmla="val 2500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СОБРАТЬ НЕ ПОЛУЧИТСЯ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package user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"myapp/order"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package order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"myapp/user"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import cycle not allowed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3173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03173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70648" y="176936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Вынести общее в третий пакет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31736" y="2103120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Типы, которые нужны обоим, переезжают в models.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12280" y="2569464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3173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03173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70648" y="278434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Объявить интерфейс у потребителя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31736" y="3118104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 описывает, что ему нужно, и не тянет реализацию.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12280" y="3584448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3173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03173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70648" y="3799332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Пересмотреть границы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31736" y="4133088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часто означает, что это должен быть один пакет.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023360"/>
            <a:ext cx="10820095" cy="1691640"/>
          </a:xfrm>
          <a:prstGeom prst="roundRect">
            <a:avLst>
              <a:gd name="adj" fmla="val 3243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151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ограничение — на самом деле подарок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407408"/>
            <a:ext cx="10308031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Многие языки разрешают циклы, и через год проект превращается в клубок, который невозможно разобрать по частям. Go заставляет заранее подумать, кто от кого зависит.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Практический приём: зависимости должны идти в одну сторону — от внешних слоёв к внутренним. Обработчик знает о сервисе, сервис о хранилище, обратно — никогда.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ИНИЦИАЛИЗАЦИЯ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Функция init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14 — Пакеты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7432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ЗАПУСКАЕТСЯ САМА, ДО MAIN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Settings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Settings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Settings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"env"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"dev"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2317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12317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62088" y="176936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Вызывать её нельзя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23176" y="2103120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запускает init сам, вручную обратиться невозможно.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03720" y="2569464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12317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62088" y="2784348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 параметров и возврата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23176" y="3118104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Сигнатура строго func init().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03720" y="3584448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12317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62088" y="3799332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Может быть несколько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3176" y="4133088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Даже в одном файле. Выполнятся по порядку объявления.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461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654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Единственное настоящее применение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910328"/>
            <a:ext cx="103080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в реестре: драйвер базы данных добавляет себя в список доступных, кодек изображений — в список форматов. Пакет подключают через _ и он сам себя регистрирует.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выполняется раньше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14 — Пакеты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2513000" cy="1508760"/>
          </a:xfrm>
          <a:prstGeom prst="roundRect">
            <a:avLst>
              <a:gd name="adj" fmla="val 3636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" y="1819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44168" y="181508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Импортируемые пакеты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05256" y="2203704"/>
            <a:ext cx="20740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полностью инициализируются все зависимости, вглубь.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54832" y="1600200"/>
            <a:ext cx="2513000" cy="1508760"/>
          </a:xfrm>
          <a:prstGeom prst="roundRect">
            <a:avLst>
              <a:gd name="adj" fmla="val 3636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74288" y="1819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3" name="Text 11"/>
          <p:cNvSpPr/>
          <p:nvPr/>
        </p:nvSpPr>
        <p:spPr>
          <a:xfrm>
            <a:off x="3674288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3200" y="181508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Переменные уровня пакета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74288" y="2203704"/>
            <a:ext cx="20740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порядке зависимости друг от друга, а не в порядке строк.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23864" y="1600200"/>
            <a:ext cx="2513000" cy="1508760"/>
          </a:xfrm>
          <a:prstGeom prst="roundRect">
            <a:avLst>
              <a:gd name="adj" fmla="val 3636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3320" y="1819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8" name="Text 16"/>
          <p:cNvSpPr/>
          <p:nvPr/>
        </p:nvSpPr>
        <p:spPr>
          <a:xfrm>
            <a:off x="6443320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82232" y="181508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Функции init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3320" y="2203704"/>
            <a:ext cx="20740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Сверху вниз по файлам в алфавитном порядке имён файлов.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92895" y="1600200"/>
            <a:ext cx="2513000" cy="1508760"/>
          </a:xfrm>
          <a:prstGeom prst="roundRect">
            <a:avLst>
              <a:gd name="adj" fmla="val 3636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12351" y="1819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3" name="Text 21"/>
          <p:cNvSpPr/>
          <p:nvPr/>
        </p:nvSpPr>
        <p:spPr>
          <a:xfrm>
            <a:off x="9212351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51263" y="181508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Функция main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12351" y="2203704"/>
            <a:ext cx="20740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Запускается последней, когда всё готово.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" y="3337560"/>
            <a:ext cx="10820095" cy="1463040"/>
          </a:xfrm>
          <a:prstGeom prst="roundRect">
            <a:avLst>
              <a:gd name="adj" fmla="val 375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" y="3410712"/>
            <a:ext cx="104177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 НА ПРАКТИКЕ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86968" y="3666744"/>
            <a:ext cx="1041775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compute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"init"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"main"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85800" y="4983480"/>
            <a:ext cx="10820095" cy="822960"/>
          </a:xfrm>
          <a:prstGeom prst="roundRect">
            <a:avLst>
              <a:gd name="adj" fmla="val 666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51114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Тонкость, которая ломает сборки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41832" y="5367528"/>
            <a:ext cx="103080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init между файлами одного пакета зависит от имён файлов. Полагаться на него нельзя: переименовали файл — и порядок изменился.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МНЕНИЕ ПРАКТИКОВ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init стараются не использовать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14 — Пакеты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50028" cy="27432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19072"/>
            <a:ext cx="4737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B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МИНУСЫ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41832" y="1956816"/>
            <a:ext cx="4737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Проблемы init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2487168"/>
            <a:ext cx="47013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выполняется, хотя его никто не звал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Ошибку вернуть некуда — только паника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Невозможно отключить в тестах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между файлами неочевиден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5868" y="1554480"/>
            <a:ext cx="5250028" cy="2743200"/>
          </a:xfrm>
          <a:prstGeom prst="roundRect">
            <a:avLst>
              <a:gd name="adj" fmla="val 2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1900" y="1719072"/>
            <a:ext cx="4737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АЛЬТЕРНАТИВА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11900" y="1956816"/>
            <a:ext cx="4737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Явная инициализация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30188" y="2487168"/>
            <a:ext cx="47013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New, вызванная из main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Ошибку можно вернуть и обработать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тесте подставляется другой объект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виден прямо в коде main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480560"/>
            <a:ext cx="10820095" cy="1234440"/>
          </a:xfrm>
          <a:prstGeom prst="roundRect">
            <a:avLst>
              <a:gd name="adj" fmla="val 444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4553712"/>
            <a:ext cx="104177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ПИШУТ В ПРОДАКШЕНЕ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6968" y="4809744"/>
            <a:ext cx="104177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cfg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"app.yml"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Fatal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явно, с понятной ошибкой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Задача: пакет с утилитами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Выносим полезные функции из main в отдельный переиспользуемый пакет.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14 — Пакеты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852160" cy="288036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103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СДЕЛАТЬ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модуль через go mod init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 strutil: Reverse, IsPalindrome, WordCount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 mathutil: Max, Min, Sum, Average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неэкспортируемая вспомогательная функция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Использовать оба пакета из main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31736" y="2139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2" name="Text 10"/>
          <p:cNvSpPr/>
          <p:nvPr/>
        </p:nvSpPr>
        <p:spPr>
          <a:xfrm>
            <a:off x="7031736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70648" y="213512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mod init myapp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31736" y="2414016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Задаём имя модуля.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2724912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31736" y="294436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7" name="Text 15"/>
          <p:cNvSpPr/>
          <p:nvPr/>
        </p:nvSpPr>
        <p:spPr>
          <a:xfrm>
            <a:off x="703173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0648" y="2939796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Папки по имени пакета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31736" y="3218688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strutil/ и mathutil/.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3529584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37490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2" name="Text 20"/>
          <p:cNvSpPr/>
          <p:nvPr/>
        </p:nvSpPr>
        <p:spPr>
          <a:xfrm>
            <a:off x="7031736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0648" y="374446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Экспорт с большой буквы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31736" y="4023360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Остальное скрыто внутри.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12280" y="4334256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31736" y="455371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7" name="Text 25"/>
          <p:cNvSpPr/>
          <p:nvPr/>
        </p:nvSpPr>
        <p:spPr>
          <a:xfrm>
            <a:off x="7031736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70648" y="4549140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Импорт по пути модуля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31736" y="4828032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myapp/strutil.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5230368"/>
            <a:ext cx="10820095" cy="777240"/>
          </a:xfrm>
          <a:prstGeom prst="roundRect">
            <a:avLst>
              <a:gd name="adj" fmla="val 705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53583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себя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41832" y="5614416"/>
            <a:ext cx="1030803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Попробуйте вызвать неэкспортируемую функцию из main — компилятор объяснит, почему так нельзя.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Решение: пакет strutil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14 — Пакеты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6126480" cy="3931920"/>
          </a:xfrm>
          <a:prstGeom prst="roundRect">
            <a:avLst>
              <a:gd name="adj" fmla="val 139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36192"/>
            <a:ext cx="5724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STRUTIL/STRUTIL.GO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792224"/>
            <a:ext cx="572414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Package strutil содержит помощники для работы со строками.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strutil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"strings"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Reverse возвращает строку, записанную задом наперёд.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Reverse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runes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len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runes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)-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runes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runes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runes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runes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runes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IsPalindrome не учитывает регистр и пробелы.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IsPalindrome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clean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normalize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clean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Reverse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normalize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ToLower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ReplaceAll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086600" y="1463040"/>
            <a:ext cx="441929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06056" y="16824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306056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44968" y="1677924"/>
            <a:ext cx="35414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[]rune, а не байты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06056" y="2029968"/>
            <a:ext cx="3980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 кириллица развалится: помним шестое занятие.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86600" y="2523744"/>
            <a:ext cx="441929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06056" y="274320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306056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44968" y="2738628"/>
            <a:ext cx="35414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Комментарий начинается с имени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06056" y="3090672"/>
            <a:ext cx="3980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требует стиль Go — из этого строится документация.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86600" y="3584448"/>
            <a:ext cx="441929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0605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30605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44968" y="3799332"/>
            <a:ext cx="35414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 скрыта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06056" y="4151376"/>
            <a:ext cx="3980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Деталь реализации, снаружи она не нужна.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86600" y="4645152"/>
            <a:ext cx="441929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06056" y="486460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6" name="Text 24"/>
          <p:cNvSpPr/>
          <p:nvPr/>
        </p:nvSpPr>
        <p:spPr>
          <a:xfrm>
            <a:off x="7306056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44968" y="4860036"/>
            <a:ext cx="35414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Package-комментарий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06056" y="5212080"/>
            <a:ext cx="3980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над package попадает в godoc.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ХОРОШИЕ ПРИВЫЧКИ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Пакет — это ещё и документация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14 — Пакеты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194560"/>
          </a:xfrm>
          <a:prstGeom prst="roundRect">
            <a:avLst>
              <a:gd name="adj" fmla="val 2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СМОТРИМ ДОКУМЕНТАЦИЮ ПАКЕТА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strutil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strutil Reverse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комментарии из кода становятся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официальной документацией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194560"/>
          </a:xfrm>
          <a:prstGeom prst="roundRect">
            <a:avLst>
              <a:gd name="adj" fmla="val 2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ЖИВЁТ РЯДОМ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883664"/>
            <a:ext cx="429127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strutil/strutil_test.go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strutil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TestReverse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Reverse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"абв"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"вба"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"неверный результат"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023360"/>
            <a:ext cx="10820095" cy="1691640"/>
          </a:xfrm>
          <a:prstGeom prst="roundRect">
            <a:avLst>
              <a:gd name="adj" fmla="val 3243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151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важно уже сейчас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407408"/>
            <a:ext cx="10308031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с суффиксом _test.go компилятор не включает в обычную сборку — он нужен только команде go test. Тесты лежат в той же папке и в том же пакете, поэтому им доступны и внутренние функции.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go doc показывает то, что увидят другие разработчики. Хороший пакет объясняет себя сам: имя, короткие комментарии, понятные сигнатуры.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Частые ошибки с пакетами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14 — Пакеты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myapp/utils is not in std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3544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Имя модуля в go.mod не совпадает с путём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3544" y="2414016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Проверить первую строку go.mod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0752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cycle not allowed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70752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Два пакета импортируют друг друга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70752" y="2414016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Вынести общее в третий пакет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undefined: utils.max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23544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Функция с маленькой буквы не экспортируется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23544" y="398678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Переименовать в Max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3008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0752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of internal package not allowed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70752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internal доступна только внутри модуля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70752" y="398678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Перенести пакет из internal в pkg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 по именам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1832" y="523036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Избегайте пакетов с именами util, common, helpers — туда сваливают всё подряд. Хорошее имя пакета говорит о предметной области: strutil, auth, storage.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1928</Words>
  <Application>Microsoft Macintosh PowerPoint</Application>
  <PresentationFormat>Широкоэкранный</PresentationFormat>
  <Paragraphs>347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с нуля — Занятие 14</dc:title>
  <dc:subject>PptxGenJS Presentation</dc:subject>
  <dc:creator>Курс Go с нуля</dc:creator>
  <cp:lastModifiedBy>Rabboni Bafoev</cp:lastModifiedBy>
  <cp:revision>2</cp:revision>
  <dcterms:created xsi:type="dcterms:W3CDTF">2026-08-23T04:54:55Z</dcterms:created>
  <dcterms:modified xsi:type="dcterms:W3CDTF">2026-09-23T15:26:29Z</dcterms:modified>
</cp:coreProperties>
</file>