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>
        <p:scale>
          <a:sx n="113" d="100"/>
          <a:sy n="113" d="100"/>
        </p:scale>
        <p:origin x="71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309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Переменные и типы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хранить данные, объявлять константы и общаться с пользователем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Переменные: var, краткая форма :=, нулевые значения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данных: int, float64, string, bool, rune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Константы и генератор последовательностей iota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и вывод через пакет fmt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объявления переменной до диалога с пользователем в консоли.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Переменные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:=, нулевые значения, область видимости, правила именования.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Типы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Целые, дробные, строки, логический тип. Приведение типов.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Константы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const, отличие от переменных, iota и нумерованные наборы.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Ввод-вывод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Println, Printf, глаголы форматирования, чтение с клавиатуры.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main → import → func main(). Запуск: go run main.go. Сборка: go build. Форматирование: go fmt.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мы пишем сегодня, живёт внутри func main() — если не сказано иное.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переменная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— именованная ячейка памяти с фиксированным типом.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99339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ФОРМА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86968" y="2249424"/>
            <a:ext cx="5449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14"/>
              </a:lnSpc>
              <a:buNone/>
            </a:pPr>
            <a:r>
              <a:rPr lang="en-US" sz="17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7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</a:t>
            </a:r>
            <a:r>
              <a:rPr lang="en-US" sz="17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7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7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2816352" cy="566928"/>
          </a:xfrm>
          <a:prstGeom prst="roundRect">
            <a:avLst>
              <a:gd name="adj" fmla="val 967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 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ключевое слово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21608" y="3063240"/>
            <a:ext cx="2816352" cy="566928"/>
          </a:xfrm>
          <a:prstGeom prst="roundRect">
            <a:avLst>
              <a:gd name="adj" fmla="val 967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306324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имя переменной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776472"/>
            <a:ext cx="2816352" cy="566928"/>
          </a:xfrm>
          <a:prstGeom prst="roundRect">
            <a:avLst>
              <a:gd name="adj" fmla="val 967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7647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тип данных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21608" y="3776472"/>
            <a:ext cx="2816352" cy="566928"/>
          </a:xfrm>
          <a:prstGeom prst="roundRect">
            <a:avLst>
              <a:gd name="adj" fmla="val 967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4488" y="377647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начальное значение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1920240"/>
            <a:ext cx="4693615" cy="1234440"/>
          </a:xfrm>
          <a:prstGeom prst="roundRect">
            <a:avLst>
              <a:gd name="adj" fmla="val 444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0" name="Text 18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Имя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031736" y="2578608"/>
            <a:ext cx="42547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Латиница, цифры и _, но не с цифры. Стиль Go — camelCase: userName, а не user_name.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3337560"/>
            <a:ext cx="4693615" cy="1234440"/>
          </a:xfrm>
          <a:prstGeom prst="roundRect">
            <a:avLst>
              <a:gd name="adj" fmla="val 444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31736" y="35570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5" name="Text 23"/>
          <p:cNvSpPr/>
          <p:nvPr/>
        </p:nvSpPr>
        <p:spPr>
          <a:xfrm>
            <a:off x="7031736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70648" y="355244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031736" y="3995928"/>
            <a:ext cx="42547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Задаётся один раз и не меняется. int-переменной нельзя присвоить строку.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12280" y="4754880"/>
            <a:ext cx="4693615" cy="1234440"/>
          </a:xfrm>
          <a:prstGeom prst="roundRect">
            <a:avLst>
              <a:gd name="adj" fmla="val 444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31736" y="49743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30" name="Text 28"/>
          <p:cNvSpPr/>
          <p:nvPr/>
        </p:nvSpPr>
        <p:spPr>
          <a:xfrm>
            <a:off x="7031736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70648" y="49697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Значение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031736" y="5413248"/>
            <a:ext cx="42547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не указывать: Go подставит нулевое значение типа.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4617720"/>
            <a:ext cx="5852160" cy="1143000"/>
          </a:xfrm>
          <a:prstGeom prst="roundRect">
            <a:avLst>
              <a:gd name="adj" fmla="val 48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Go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41832" y="5001768"/>
            <a:ext cx="53400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Объявили переменную — используйте её. Неиспользуемая локальная переменная — это ошибка компиляции, а не предупреждение.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способа объявить переменную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788920"/>
          </a:xfrm>
          <a:prstGeom prst="roundRect">
            <a:avLst>
              <a:gd name="adj" fmla="val 196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ВАРИАНТЫ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4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 и значение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 выведен: int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r>
              <a:rPr lang="en-US" sz="14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значения: 0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краткая форма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блок объявлений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</a:t>
            </a:r>
            <a:r>
              <a:rPr lang="en-US" sz="14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</a:t>
            </a:r>
            <a:r>
              <a:rPr lang="en-US" sz="14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554480"/>
          <a:ext cx="4599432" cy="23042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 применять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 a int = 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нужно явно показать тип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 b = 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 очевиден из значения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 c int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 появится позже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:= 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внутри функции, самый частый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 ( ... 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несколько переменных сразу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46177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типов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50017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сам определяет тип по значению справа: 10 → int, 3.14 → float64, "текст" → string, true → bool. Явно указывать тип нужно лишь тогда, когда нужен не тип по умолчанию.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ИНИЦИАЛИЗАЦИЯ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Нулевые значения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Go нет «мусора» в памяти: любая переменная сразу получает значение по умолчанию.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20240"/>
          <a:ext cx="6035040" cy="25247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Ноль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int, int64, uint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a int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float64, float32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b float64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s string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ok bool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указатели, срезы, map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m map[string]int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995160" y="1920240"/>
            <a:ext cx="4510735" cy="246888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96328" y="1993392"/>
            <a:ext cx="4108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196328" y="2249424"/>
            <a:ext cx="410839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ready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(пусто)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85800" y="4617720"/>
            <a:ext cx="10820095" cy="1051560"/>
          </a:xfrm>
          <a:prstGeom prst="roundRect">
            <a:avLst>
              <a:gd name="adj" fmla="val 521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41832" y="5001768"/>
            <a:ext cx="1030803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C переменная без инициализации содержит случайный мусор — источник трудноуловимых багов. Go гарантирует предсказуемый старт, поэтому var counter int безопасно использовать сразу.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ИДИОМА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Краткая форма :=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852160" cy="2788920"/>
          </a:xfrm>
          <a:prstGeom prst="roundRect">
            <a:avLst>
              <a:gd name="adj" fmla="val 196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4498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float64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bool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сразу две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 новая — можно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12280" y="1508760"/>
            <a:ext cx="469361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2821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2364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внутри функции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31736" y="2112264"/>
            <a:ext cx="425470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уровне пакета работает только var. := вне функции — ошибка.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743200"/>
            <a:ext cx="469361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96265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95808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Слева хотя бы одна новая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31736" y="3346704"/>
            <a:ext cx="425470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:= 1, 2 затем a, b := 3, 4 — ошибка: обе уже объявлены.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977640"/>
            <a:ext cx="469361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419709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41925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 не указывается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31736" y="4581144"/>
            <a:ext cx="425470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float64 вместо int? Пишите var x float64 = 10 или x := 10.0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пишут на практике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функций почти всегда используют :=. Форму var оставляют для объявлений уровня пакета, для переменных без начального значения и когда важно явно назвать тип.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ДАННЫХ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Числа: целые и дробные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6858000" cy="2692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Диапазон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 брать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зависит от системы (64 бита)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умолчанию для целых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int8 / int16 / int32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 −128 до ±2 млрд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экономия памяти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int64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±9,2 · 10¹⁸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большие числа, время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uint / uint8 …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неотрицательные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счётчики, байты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float64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≈15–17 значащих цифр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умолчанию для дробных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≈6–7 значащих цифр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графика, экономия памяти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554480"/>
            <a:ext cx="3687775" cy="2514600"/>
          </a:xfrm>
          <a:prstGeom prst="roundRect">
            <a:avLst>
              <a:gd name="adj" fmla="val 21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8019288" y="1627632"/>
            <a:ext cx="32854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ЦЕЛОЧИСЛЕННОЕ ДЕЛЕНИЕ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19288" y="1883664"/>
            <a:ext cx="328543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3.5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4343400"/>
            <a:ext cx="10820095" cy="1371600"/>
          </a:xfrm>
          <a:prstGeom prst="roundRect">
            <a:avLst>
              <a:gd name="adj" fmla="val 4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4714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ловушки новичка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4727448"/>
            <a:ext cx="1030803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Деление двух целых даёт целое: 7 / 2 = 3, дробная часть отбрасывается. Нужен точный результат — используйте float64.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Дробные числа хранятся приблизительно: 0.1 + 0.2 даст 0.30000000000000004. Это не баг Go, а особенность двоичного представления чисел.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ДАННЫХ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Строки, символы и логика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943600" cy="2423160"/>
          </a:xfrm>
          <a:prstGeom prst="roundRect">
            <a:avLst>
              <a:gd name="adj" fmla="val 226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5412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"Привет"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текст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 две строки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экранирования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'А'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rune (символ)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byte (байт)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03720" y="1508760"/>
            <a:ext cx="4602175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2364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23176" y="2167128"/>
            <a:ext cx="41632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Последовательность байтов в UTF-8. Неизменяема: заменить символ нельзя, только собрать новую строку.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3099816"/>
            <a:ext cx="4602175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331927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3314700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23176" y="3758184"/>
            <a:ext cx="41632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символ Unicode, псевдоним int32. В одинарных кавычках: 'Я', 'a', '7'.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4690872"/>
            <a:ext cx="4602175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491032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4905756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23176" y="5349240"/>
            <a:ext cx="41632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true или false. Никаких 0 и 1 вместо них — Go этого не допускает.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114800"/>
            <a:ext cx="5943600" cy="150876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18795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СТРОКИ: БАЙТЫ ИЛИ СИМВОЛЫ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6968" y="4443984"/>
            <a:ext cx="5541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1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байт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utf8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RuneCountInString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 символов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можно делать со строками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03504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ОПЕРАЦИИ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6327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"Петров"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first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last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конкатенация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Иван Петров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длина в байтах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554480"/>
          <a:ext cx="4599432" cy="268833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Функция strings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ToUpper(s)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верхний регистр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ToLower(s)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нижний регистр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Contains(s, sub)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содержит подстроку?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ReplaceAll(s,a,b)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заменить все вхождения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Split(s, sep)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разбить на части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TrimSpace(s)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убрать пробелы по краям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685800" y="475488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882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513892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функции живут в пакете strings — не забудьте import "strings". Полный список: pkg.go.dev/strings.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ВАЖНОЕ ПРАВИЛО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Приведение типов делается вручную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011680"/>
          </a:xfrm>
          <a:prstGeom prst="roundRect">
            <a:avLst>
              <a:gd name="adj" fmla="val 2727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НЕ РАБОТАЕТ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4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4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invalid operation: mismatched types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011680"/>
          </a:xfrm>
          <a:prstGeom prst="roundRect">
            <a:avLst>
              <a:gd name="adj" fmla="val 272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ПРАВИЛЬНО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4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4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13.5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Конвертация чисел и строк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4206240"/>
            <a:ext cx="10820095" cy="1508760"/>
          </a:xfrm>
          <a:prstGeom prst="roundRect">
            <a:avLst>
              <a:gd name="adj" fmla="val 363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352544"/>
            <a:ext cx="10417759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strconv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Itoa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число → строка: "42"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strconv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Atoi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"42"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строка → число: 42 (+ ошибка, если не число)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strconv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ParseFloat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"3.14"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строка → float64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НЕИЗМЕНЯЕМОЕ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Константы: const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852160" cy="2971800"/>
          </a:xfrm>
          <a:prstGeom prst="roundRect">
            <a:avLst>
              <a:gd name="adj" fmla="val 184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4498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3.14159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AppName </a:t>
            </a:r>
            <a:r>
              <a:rPr lang="en-US" sz="14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"Калькулятор"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MaxUsers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MinAge  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 = 3.15  ← ошибка компиляции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12280" y="1508760"/>
            <a:ext cx="469361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2364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Значение на этапе компиляции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093976"/>
            <a:ext cx="425470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Константа не может зависеть от ввода пользователя или результата функции.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724912"/>
            <a:ext cx="469361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простые типы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310128"/>
            <a:ext cx="425470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Числа, строки, bool. Срез или map константой быть не может.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941064"/>
            <a:ext cx="469361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41605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415594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Нетипизированные гибче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526280"/>
            <a:ext cx="425470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X = 10 подставится и как int, и как float64 — по месту.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5120640"/>
            <a:ext cx="10820095" cy="868680"/>
          </a:xfrm>
          <a:prstGeom prst="roundRect">
            <a:avLst>
              <a:gd name="adj" fmla="val 631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5248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504688"/>
            <a:ext cx="1030803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Константы защищают от случайного изменения и дают имя «магическим числам». Сравните 3.14159 посреди формулы и Pi — второе читается без пояснений, а изменить его можно в одном месте.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ИДИОМА 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iota — автонумерация констант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iota считает строки внутри блока const: 0, 1, 2, 3…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76072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993392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ПРИМЕР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86968" y="2249424"/>
            <a:ext cx="53583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Monday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iota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Tuesday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Wednesday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Thursday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1920240"/>
            <a:ext cx="4785055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22008" y="1993392"/>
            <a:ext cx="4382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ФОРМУЛОЙ И ПРОПУСКОМ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22008" y="2249424"/>
            <a:ext cx="438271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iota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пропускаем 0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KB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iota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1024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MB          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1048576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GB                 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1073741824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читать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Строка, где записана формула с iota, повторяется для всех следующих строк блока автоматически — писать её заново не нужно. Символ _ означает «значение не нужно». Так в Go задают статусы, уровни логов и единицы измерения.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fmt.Print, Println и Printf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943600" cy="2697480"/>
          </a:xfrm>
          <a:prstGeom prst="roundRect">
            <a:avLst>
              <a:gd name="adj" fmla="val 203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ФУНКЦИИ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541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 "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переноса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"Привет"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 переносом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"%s, тебе %d лет\n"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4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Привет АняПривет Аня</a:t>
            </a:r>
            <a:endParaRPr lang="en-US" sz="1400" dirty="0"/>
          </a:p>
          <a:p>
            <a:pPr marL="0" indent="0">
              <a:lnSpc>
                <a:spcPts val="1988"/>
              </a:lnSpc>
              <a:buNone/>
            </a:pPr>
            <a:r>
              <a:rPr lang="en-US" sz="14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Аня, тебе 20 лет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508760"/>
          <a:ext cx="4599432" cy="2596896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Глагол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подставляет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целое число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строку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%f  %.2f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дробное / с 2 знаками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или 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%v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 любого типа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имя типа переменной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%%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 символ процента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4434840"/>
            <a:ext cx="10820095" cy="1143000"/>
          </a:xfrm>
          <a:prstGeom prst="roundRect">
            <a:avLst>
              <a:gd name="adj" fmla="val 48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5628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Отладочный приём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4818888"/>
            <a:ext cx="1030803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fmt.Printf("%v (%T)\n", x, x) выводит и значение, и тип переменной — быстрый способ понять, что на самом деле лежит в x. Println сам ставит пробелы между аргументами и перенос строки, Printf — нет: перенос \n пишем вручную.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Читаем данные с клавиатуры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FMT.SCAN — ОДНО СЛОВО ИЛИ ЧИСЛО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"Как тебя зовут? 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"Сколько тебе лет? 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"%s, тебе %d\n"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4888" y="1627632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BUFIO — ЦЕЛАЯ СТРОКА С ПРОБЕЛАМИ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04888" y="1883664"/>
            <a:ext cx="41998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bufio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NewReader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"Ваш адрес: 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reader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ReadString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'\n'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TrimSpace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"Адрес:"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882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амперсанд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513892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&amp;name передаёт адрес переменной, а не её копию — только так Scan может записать в неё прочитанное значение. Забыли &amp; — программа скомпилируется, но значение не сохранится. И помните: Scan останавливается на пробеле, поэтому «Иван Петров» он прочитает лишь наполовину.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этого занятия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declared and not used: 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Переменная объявлена, но нигде не используется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Удалить или использовать: _ = 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new variables on left side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Обе переменные слева от := уже объявлены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Заменить := на =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mismatched types int and float64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Складываем разные числовые типы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float64(a) + 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use x (int) as string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Присваиваем не тот тип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strconv.Itoa(x)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Символ _ (пустой идентификатор) — законный способ сказать компилятору «значение мне не нужно». Он используется и для игнорирования ошибок: value, _ := strconv.Atoi(s).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ЗАКРЕПЛЕНИЕ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 и домашнее задание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 — Переменные и типы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980" y="1554480"/>
            <a:ext cx="576072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373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ЗАНЯТИИ: ПРОГРАММА-АНКЕТА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Спросить имя, возраст и рост пользователя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в переменные нужных типов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карточку через Printf с %s, %d, %.2f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33184" y="1371600"/>
            <a:ext cx="4785055" cy="2880360"/>
          </a:xfrm>
          <a:prstGeom prst="roundRect">
            <a:avLst>
              <a:gd name="adj" fmla="val 190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6872" y="17373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95160" y="2057400"/>
            <a:ext cx="4236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Конвертер валют: сумма и курс с клавиатуры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градусов Цельсия в Фаренгейты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</a:t>
            </a: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тип каждой переменной через %T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66344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791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занятие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504748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Операторы (арифметические, логические, сравнения), управляющие конструкции if и switch, а на практике соберём мини-калькулятор.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2246</Words>
  <Application>Microsoft Macintosh PowerPoint</Application>
  <PresentationFormat>Широкоэкранный</PresentationFormat>
  <Paragraphs>395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2</dc:title>
  <dc:subject>PptxGenJS Presentation</dc:subject>
  <dc:creator>Курс Go с нуля</dc:creator>
  <cp:lastModifiedBy>Rabboni Bafoev</cp:lastModifiedBy>
  <cp:revision>2</cp:revision>
  <dcterms:created xsi:type="dcterms:W3CDTF">2026-08-22T07:59:27Z</dcterms:created>
  <dcterms:modified xsi:type="dcterms:W3CDTF">2026-08-26T16:07:10Z</dcterms:modified>
</cp:coreProperties>
</file>